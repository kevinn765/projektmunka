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20"/>
  </p:notesMasterIdLst>
  <p:sldIdLst>
    <p:sldId id="256" r:id="rId2"/>
    <p:sldId id="257" r:id="rId3"/>
    <p:sldId id="318" r:id="rId4"/>
    <p:sldId id="258" r:id="rId5"/>
    <p:sldId id="259" r:id="rId6"/>
    <p:sldId id="324" r:id="rId7"/>
    <p:sldId id="272" r:id="rId8"/>
    <p:sldId id="327" r:id="rId9"/>
    <p:sldId id="328" r:id="rId10"/>
    <p:sldId id="329" r:id="rId11"/>
    <p:sldId id="284" r:id="rId12"/>
    <p:sldId id="331" r:id="rId13"/>
    <p:sldId id="333" r:id="rId14"/>
    <p:sldId id="335" r:id="rId15"/>
    <p:sldId id="336" r:id="rId16"/>
    <p:sldId id="337" r:id="rId17"/>
    <p:sldId id="332" r:id="rId18"/>
    <p:sldId id="280" r:id="rId19"/>
  </p:sldIdLst>
  <p:sldSz cx="9144000" cy="5143500" type="screen16x9"/>
  <p:notesSz cx="6858000" cy="9144000"/>
  <p:embeddedFontLst>
    <p:embeddedFont>
      <p:font typeface="Anton" pitchFamily="2" charset="-18"/>
      <p:regular r:id="rId21"/>
    </p:embeddedFont>
    <p:embeddedFont>
      <p:font typeface="Bebas Neue" panose="020B0606020202050201" pitchFamily="34" charset="-18"/>
      <p:regular r:id="rId22"/>
    </p:embeddedFont>
    <p:embeddedFont>
      <p:font typeface="Darker Grotesque" panose="020B0604020202020204" charset="0"/>
      <p:regular r:id="rId23"/>
      <p:bold r:id="rId24"/>
    </p:embeddedFont>
    <p:embeddedFont>
      <p:font typeface="Darker Grotesque Medium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69F67F-7521-4537-9188-A74EE20DA766}">
  <a:tblStyle styleId="{2069F67F-7521-4537-9188-A74EE20DA7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e682222c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e682222c4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>
          <a:extLst>
            <a:ext uri="{FF2B5EF4-FFF2-40B4-BE49-F238E27FC236}">
              <a16:creationId xmlns:a16="http://schemas.microsoft.com/office/drawing/2014/main" id="{AA408777-7C46-4142-0594-F60C08BE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99f2f57a71_0_217:notes">
            <a:extLst>
              <a:ext uri="{FF2B5EF4-FFF2-40B4-BE49-F238E27FC236}">
                <a16:creationId xmlns:a16="http://schemas.microsoft.com/office/drawing/2014/main" id="{7DC1EEE5-F987-F6DF-5E39-1A556A082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99f2f57a71_0_217:notes">
            <a:extLst>
              <a:ext uri="{FF2B5EF4-FFF2-40B4-BE49-F238E27FC236}">
                <a16:creationId xmlns:a16="http://schemas.microsoft.com/office/drawing/2014/main" id="{F0FCDAFA-D402-0FC9-7ACB-A6145E594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3196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e3db403357_1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e3db403357_1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>
          <a:extLst>
            <a:ext uri="{FF2B5EF4-FFF2-40B4-BE49-F238E27FC236}">
              <a16:creationId xmlns:a16="http://schemas.microsoft.com/office/drawing/2014/main" id="{C7411AB2-5907-1330-895A-D799F603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e3e6d90c27_0_122:notes">
            <a:extLst>
              <a:ext uri="{FF2B5EF4-FFF2-40B4-BE49-F238E27FC236}">
                <a16:creationId xmlns:a16="http://schemas.microsoft.com/office/drawing/2014/main" id="{8002B3D5-B2A1-780F-D74E-C5AFBA2737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e3e6d90c27_0_122:notes">
            <a:extLst>
              <a:ext uri="{FF2B5EF4-FFF2-40B4-BE49-F238E27FC236}">
                <a16:creationId xmlns:a16="http://schemas.microsoft.com/office/drawing/2014/main" id="{87F96077-09D2-4BCC-5377-C30E146B6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763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>
          <a:extLst>
            <a:ext uri="{FF2B5EF4-FFF2-40B4-BE49-F238E27FC236}">
              <a16:creationId xmlns:a16="http://schemas.microsoft.com/office/drawing/2014/main" id="{F2D08F49-81BD-3885-7C67-F076E34D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e3e6d90c27_0_122:notes">
            <a:extLst>
              <a:ext uri="{FF2B5EF4-FFF2-40B4-BE49-F238E27FC236}">
                <a16:creationId xmlns:a16="http://schemas.microsoft.com/office/drawing/2014/main" id="{9C9697ED-C641-7002-08A0-16C3306B94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e3e6d90c27_0_122:notes">
            <a:extLst>
              <a:ext uri="{FF2B5EF4-FFF2-40B4-BE49-F238E27FC236}">
                <a16:creationId xmlns:a16="http://schemas.microsoft.com/office/drawing/2014/main" id="{6D0D8E1D-7234-3AA9-FF9B-DAA3E476E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2194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>
          <a:extLst>
            <a:ext uri="{FF2B5EF4-FFF2-40B4-BE49-F238E27FC236}">
              <a16:creationId xmlns:a16="http://schemas.microsoft.com/office/drawing/2014/main" id="{5B3AF3CB-5113-6391-2FBD-1BC9011B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e3e6d90c27_0_122:notes">
            <a:extLst>
              <a:ext uri="{FF2B5EF4-FFF2-40B4-BE49-F238E27FC236}">
                <a16:creationId xmlns:a16="http://schemas.microsoft.com/office/drawing/2014/main" id="{3D981EF7-5E96-188D-2694-252294BE4D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e3e6d90c27_0_122:notes">
            <a:extLst>
              <a:ext uri="{FF2B5EF4-FFF2-40B4-BE49-F238E27FC236}">
                <a16:creationId xmlns:a16="http://schemas.microsoft.com/office/drawing/2014/main" id="{58F69459-53F4-BD04-D109-085035AB8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0477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bd6c00e7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bd6c00e7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e3e6d90c27_0_1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e3e6d90c27_0_1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20307" y="-584630"/>
            <a:ext cx="10466422" cy="6229989"/>
            <a:chOff x="-220307" y="-584630"/>
            <a:chExt cx="10466422" cy="6229989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-220307" y="-584630"/>
              <a:ext cx="10466422" cy="6229989"/>
              <a:chOff x="919620" y="4052663"/>
              <a:chExt cx="2393200" cy="1424518"/>
            </a:xfrm>
          </p:grpSpPr>
          <p:sp>
            <p:nvSpPr>
              <p:cNvPr id="12" name="Google Shape;12;p2"/>
              <p:cNvSpPr/>
              <p:nvPr/>
            </p:nvSpPr>
            <p:spPr>
              <a:xfrm rot="1510878">
                <a:off x="2634974" y="4441905"/>
                <a:ext cx="493519" cy="976690"/>
              </a:xfrm>
              <a:custGeom>
                <a:avLst/>
                <a:gdLst/>
                <a:ahLst/>
                <a:cxnLst/>
                <a:rect l="l" t="t" r="r" b="b"/>
                <a:pathLst>
                  <a:path w="19740" h="37959" extrusionOk="0">
                    <a:moveTo>
                      <a:pt x="9400" y="0"/>
                    </a:moveTo>
                    <a:cubicBezTo>
                      <a:pt x="7123" y="819"/>
                      <a:pt x="4556" y="1735"/>
                      <a:pt x="2724" y="3604"/>
                    </a:cubicBezTo>
                    <a:cubicBezTo>
                      <a:pt x="1026" y="5339"/>
                      <a:pt x="1" y="8400"/>
                      <a:pt x="1471" y="10665"/>
                    </a:cubicBezTo>
                    <a:cubicBezTo>
                      <a:pt x="2459" y="12171"/>
                      <a:pt x="4231" y="12894"/>
                      <a:pt x="5942" y="13593"/>
                    </a:cubicBezTo>
                    <a:cubicBezTo>
                      <a:pt x="7858" y="14364"/>
                      <a:pt x="9678" y="15100"/>
                      <a:pt x="10449" y="16847"/>
                    </a:cubicBezTo>
                    <a:cubicBezTo>
                      <a:pt x="11558" y="19377"/>
                      <a:pt x="9569" y="22258"/>
                      <a:pt x="7328" y="24125"/>
                    </a:cubicBezTo>
                    <a:cubicBezTo>
                      <a:pt x="7063" y="24342"/>
                      <a:pt x="6786" y="24571"/>
                      <a:pt x="6508" y="24788"/>
                    </a:cubicBezTo>
                    <a:cubicBezTo>
                      <a:pt x="4460" y="26451"/>
                      <a:pt x="2351" y="28162"/>
                      <a:pt x="1929" y="30693"/>
                    </a:cubicBezTo>
                    <a:cubicBezTo>
                      <a:pt x="1543" y="33091"/>
                      <a:pt x="3014" y="35742"/>
                      <a:pt x="5436" y="36995"/>
                    </a:cubicBezTo>
                    <a:cubicBezTo>
                      <a:pt x="6749" y="37682"/>
                      <a:pt x="8111" y="37959"/>
                      <a:pt x="9473" y="37959"/>
                    </a:cubicBezTo>
                    <a:cubicBezTo>
                      <a:pt x="13256" y="37959"/>
                      <a:pt x="17005" y="35778"/>
                      <a:pt x="19740" y="34199"/>
                    </a:cubicBezTo>
                    <a:lnTo>
                      <a:pt x="19632" y="34019"/>
                    </a:lnTo>
                    <a:cubicBezTo>
                      <a:pt x="16926" y="35586"/>
                      <a:pt x="13201" y="37750"/>
                      <a:pt x="9457" y="37750"/>
                    </a:cubicBezTo>
                    <a:cubicBezTo>
                      <a:pt x="8132" y="37750"/>
                      <a:pt x="6805" y="37479"/>
                      <a:pt x="5520" y="36815"/>
                    </a:cubicBezTo>
                    <a:cubicBezTo>
                      <a:pt x="3182" y="35597"/>
                      <a:pt x="1760" y="33042"/>
                      <a:pt x="2134" y="30729"/>
                    </a:cubicBezTo>
                    <a:cubicBezTo>
                      <a:pt x="2532" y="28270"/>
                      <a:pt x="4617" y="26583"/>
                      <a:pt x="6629" y="24957"/>
                    </a:cubicBezTo>
                    <a:cubicBezTo>
                      <a:pt x="6918" y="24728"/>
                      <a:pt x="7196" y="24499"/>
                      <a:pt x="7461" y="24282"/>
                    </a:cubicBezTo>
                    <a:cubicBezTo>
                      <a:pt x="8714" y="23233"/>
                      <a:pt x="9738" y="22017"/>
                      <a:pt x="10329" y="20847"/>
                    </a:cubicBezTo>
                    <a:cubicBezTo>
                      <a:pt x="11076" y="19377"/>
                      <a:pt x="11184" y="18003"/>
                      <a:pt x="10642" y="16774"/>
                    </a:cubicBezTo>
                    <a:cubicBezTo>
                      <a:pt x="9834" y="14943"/>
                      <a:pt x="7895" y="14160"/>
                      <a:pt x="6026" y="13400"/>
                    </a:cubicBezTo>
                    <a:cubicBezTo>
                      <a:pt x="4339" y="12714"/>
                      <a:pt x="2592" y="12002"/>
                      <a:pt x="1652" y="10545"/>
                    </a:cubicBezTo>
                    <a:cubicBezTo>
                      <a:pt x="242" y="8376"/>
                      <a:pt x="1230" y="5423"/>
                      <a:pt x="2869" y="3748"/>
                    </a:cubicBezTo>
                    <a:cubicBezTo>
                      <a:pt x="4665" y="1917"/>
                      <a:pt x="7220" y="1001"/>
                      <a:pt x="9473" y="193"/>
                    </a:cubicBezTo>
                    <a:lnTo>
                      <a:pt x="94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919620" y="4052663"/>
                <a:ext cx="714025" cy="454625"/>
              </a:xfrm>
              <a:custGeom>
                <a:avLst/>
                <a:gdLst/>
                <a:ahLst/>
                <a:cxnLst/>
                <a:rect l="l" t="t" r="r" b="b"/>
                <a:pathLst>
                  <a:path w="28561" h="18185" extrusionOk="0">
                    <a:moveTo>
                      <a:pt x="25102" y="0"/>
                    </a:moveTo>
                    <a:lnTo>
                      <a:pt x="24933" y="121"/>
                    </a:lnTo>
                    <a:cubicBezTo>
                      <a:pt x="25885" y="1422"/>
                      <a:pt x="26873" y="2760"/>
                      <a:pt x="27476" y="4279"/>
                    </a:cubicBezTo>
                    <a:cubicBezTo>
                      <a:pt x="28343" y="6424"/>
                      <a:pt x="28223" y="8508"/>
                      <a:pt x="27162" y="10002"/>
                    </a:cubicBezTo>
                    <a:cubicBezTo>
                      <a:pt x="26449" y="11014"/>
                      <a:pt x="25363" y="11609"/>
                      <a:pt x="24228" y="11609"/>
                    </a:cubicBezTo>
                    <a:cubicBezTo>
                      <a:pt x="24174" y="11609"/>
                      <a:pt x="24120" y="11608"/>
                      <a:pt x="24066" y="11605"/>
                    </a:cubicBezTo>
                    <a:cubicBezTo>
                      <a:pt x="23343" y="11569"/>
                      <a:pt x="22439" y="11123"/>
                      <a:pt x="21487" y="10653"/>
                    </a:cubicBezTo>
                    <a:cubicBezTo>
                      <a:pt x="20378" y="10094"/>
                      <a:pt x="19146" y="9477"/>
                      <a:pt x="18004" y="9477"/>
                    </a:cubicBezTo>
                    <a:cubicBezTo>
                      <a:pt x="17670" y="9477"/>
                      <a:pt x="17342" y="9530"/>
                      <a:pt x="17028" y="9653"/>
                    </a:cubicBezTo>
                    <a:cubicBezTo>
                      <a:pt x="16172" y="9991"/>
                      <a:pt x="15510" y="10797"/>
                      <a:pt x="14991" y="12123"/>
                    </a:cubicBezTo>
                    <a:cubicBezTo>
                      <a:pt x="14847" y="12509"/>
                      <a:pt x="14726" y="12991"/>
                      <a:pt x="14582" y="13497"/>
                    </a:cubicBezTo>
                    <a:cubicBezTo>
                      <a:pt x="14100" y="15280"/>
                      <a:pt x="13497" y="17510"/>
                      <a:pt x="11545" y="17907"/>
                    </a:cubicBezTo>
                    <a:cubicBezTo>
                      <a:pt x="11328" y="17952"/>
                      <a:pt x="11119" y="17973"/>
                      <a:pt x="10919" y="17973"/>
                    </a:cubicBezTo>
                    <a:cubicBezTo>
                      <a:pt x="8852" y="17973"/>
                      <a:pt x="7638" y="15698"/>
                      <a:pt x="6363" y="13292"/>
                    </a:cubicBezTo>
                    <a:cubicBezTo>
                      <a:pt x="5036" y="10783"/>
                      <a:pt x="3672" y="8211"/>
                      <a:pt x="1209" y="8211"/>
                    </a:cubicBezTo>
                    <a:cubicBezTo>
                      <a:pt x="833" y="8211"/>
                      <a:pt x="432" y="8271"/>
                      <a:pt x="1" y="8400"/>
                    </a:cubicBezTo>
                    <a:lnTo>
                      <a:pt x="61" y="8604"/>
                    </a:lnTo>
                    <a:cubicBezTo>
                      <a:pt x="466" y="8481"/>
                      <a:pt x="843" y="8424"/>
                      <a:pt x="1198" y="8424"/>
                    </a:cubicBezTo>
                    <a:cubicBezTo>
                      <a:pt x="3550" y="8424"/>
                      <a:pt x="4884" y="10938"/>
                      <a:pt x="6183" y="13389"/>
                    </a:cubicBezTo>
                    <a:cubicBezTo>
                      <a:pt x="7436" y="15751"/>
                      <a:pt x="8725" y="18185"/>
                      <a:pt x="10931" y="18185"/>
                    </a:cubicBezTo>
                    <a:cubicBezTo>
                      <a:pt x="11148" y="18185"/>
                      <a:pt x="11365" y="18161"/>
                      <a:pt x="11593" y="18113"/>
                    </a:cubicBezTo>
                    <a:cubicBezTo>
                      <a:pt x="13666" y="17690"/>
                      <a:pt x="14281" y="15389"/>
                      <a:pt x="14787" y="13545"/>
                    </a:cubicBezTo>
                    <a:cubicBezTo>
                      <a:pt x="14919" y="13051"/>
                      <a:pt x="15052" y="12569"/>
                      <a:pt x="15184" y="12195"/>
                    </a:cubicBezTo>
                    <a:cubicBezTo>
                      <a:pt x="15679" y="10931"/>
                      <a:pt x="16305" y="10159"/>
                      <a:pt x="17112" y="9846"/>
                    </a:cubicBezTo>
                    <a:cubicBezTo>
                      <a:pt x="17404" y="9732"/>
                      <a:pt x="17708" y="9682"/>
                      <a:pt x="18021" y="9682"/>
                    </a:cubicBezTo>
                    <a:cubicBezTo>
                      <a:pt x="19091" y="9682"/>
                      <a:pt x="20264" y="10265"/>
                      <a:pt x="21402" y="10834"/>
                    </a:cubicBezTo>
                    <a:cubicBezTo>
                      <a:pt x="22366" y="11316"/>
                      <a:pt x="23282" y="11774"/>
                      <a:pt x="24066" y="11810"/>
                    </a:cubicBezTo>
                    <a:cubicBezTo>
                      <a:pt x="24122" y="11812"/>
                      <a:pt x="24177" y="11814"/>
                      <a:pt x="24233" y="11814"/>
                    </a:cubicBezTo>
                    <a:cubicBezTo>
                      <a:pt x="25426" y="11814"/>
                      <a:pt x="26571" y="11194"/>
                      <a:pt x="27331" y="10123"/>
                    </a:cubicBezTo>
                    <a:cubicBezTo>
                      <a:pt x="28440" y="8580"/>
                      <a:pt x="28560" y="6411"/>
                      <a:pt x="27668" y="4206"/>
                    </a:cubicBezTo>
                    <a:cubicBezTo>
                      <a:pt x="27054" y="2664"/>
                      <a:pt x="26066" y="1302"/>
                      <a:pt x="251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919621" y="4916207"/>
                <a:ext cx="775775" cy="560975"/>
              </a:xfrm>
              <a:custGeom>
                <a:avLst/>
                <a:gdLst/>
                <a:ahLst/>
                <a:cxnLst/>
                <a:rect l="l" t="t" r="r" b="b"/>
                <a:pathLst>
                  <a:path w="31031" h="22439" extrusionOk="0">
                    <a:moveTo>
                      <a:pt x="206" y="1"/>
                    </a:moveTo>
                    <a:lnTo>
                      <a:pt x="0" y="61"/>
                    </a:lnTo>
                    <a:cubicBezTo>
                      <a:pt x="1796" y="5641"/>
                      <a:pt x="4001" y="8966"/>
                      <a:pt x="6773" y="10255"/>
                    </a:cubicBezTo>
                    <a:cubicBezTo>
                      <a:pt x="7710" y="10688"/>
                      <a:pt x="8660" y="10862"/>
                      <a:pt x="9609" y="10862"/>
                    </a:cubicBezTo>
                    <a:cubicBezTo>
                      <a:pt x="11724" y="10862"/>
                      <a:pt x="13829" y="9997"/>
                      <a:pt x="15751" y="9207"/>
                    </a:cubicBezTo>
                    <a:cubicBezTo>
                      <a:pt x="17004" y="8689"/>
                      <a:pt x="18185" y="8207"/>
                      <a:pt x="19245" y="8014"/>
                    </a:cubicBezTo>
                    <a:cubicBezTo>
                      <a:pt x="19829" y="7906"/>
                      <a:pt x="20410" y="7853"/>
                      <a:pt x="20984" y="7853"/>
                    </a:cubicBezTo>
                    <a:cubicBezTo>
                      <a:pt x="24057" y="7853"/>
                      <a:pt x="26904" y="9370"/>
                      <a:pt x="28680" y="12051"/>
                    </a:cubicBezTo>
                    <a:cubicBezTo>
                      <a:pt x="30790" y="15233"/>
                      <a:pt x="30801" y="19173"/>
                      <a:pt x="28729" y="22318"/>
                    </a:cubicBezTo>
                    <a:lnTo>
                      <a:pt x="28897" y="22439"/>
                    </a:lnTo>
                    <a:cubicBezTo>
                      <a:pt x="31031" y="19209"/>
                      <a:pt x="31007" y="15184"/>
                      <a:pt x="28849" y="11942"/>
                    </a:cubicBezTo>
                    <a:cubicBezTo>
                      <a:pt x="27040" y="9199"/>
                      <a:pt x="24126" y="7646"/>
                      <a:pt x="20974" y="7646"/>
                    </a:cubicBezTo>
                    <a:cubicBezTo>
                      <a:pt x="20388" y="7646"/>
                      <a:pt x="19794" y="7700"/>
                      <a:pt x="19197" y="7810"/>
                    </a:cubicBezTo>
                    <a:cubicBezTo>
                      <a:pt x="18124" y="8002"/>
                      <a:pt x="16932" y="8496"/>
                      <a:pt x="15678" y="9015"/>
                    </a:cubicBezTo>
                    <a:cubicBezTo>
                      <a:pt x="13769" y="9798"/>
                      <a:pt x="11693" y="10656"/>
                      <a:pt x="9617" y="10656"/>
                    </a:cubicBezTo>
                    <a:cubicBezTo>
                      <a:pt x="8692" y="10656"/>
                      <a:pt x="7768" y="10486"/>
                      <a:pt x="6858" y="10063"/>
                    </a:cubicBezTo>
                    <a:cubicBezTo>
                      <a:pt x="4146" y="8809"/>
                      <a:pt x="1977" y="5520"/>
                      <a:pt x="2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845595" y="5099881"/>
                <a:ext cx="140700" cy="116900"/>
              </a:xfrm>
              <a:custGeom>
                <a:avLst/>
                <a:gdLst/>
                <a:ahLst/>
                <a:cxnLst/>
                <a:rect l="l" t="t" r="r" b="b"/>
                <a:pathLst>
                  <a:path w="5628" h="4676" extrusionOk="0">
                    <a:moveTo>
                      <a:pt x="3785" y="205"/>
                    </a:moveTo>
                    <a:cubicBezTo>
                      <a:pt x="4122" y="205"/>
                      <a:pt x="4460" y="337"/>
                      <a:pt x="4701" y="554"/>
                    </a:cubicBezTo>
                    <a:cubicBezTo>
                      <a:pt x="5242" y="1036"/>
                      <a:pt x="5411" y="1844"/>
                      <a:pt x="5146" y="2651"/>
                    </a:cubicBezTo>
                    <a:cubicBezTo>
                      <a:pt x="4809" y="3652"/>
                      <a:pt x="3941" y="4362"/>
                      <a:pt x="2929" y="4459"/>
                    </a:cubicBezTo>
                    <a:cubicBezTo>
                      <a:pt x="2880" y="4471"/>
                      <a:pt x="2821" y="4471"/>
                      <a:pt x="2773" y="4471"/>
                    </a:cubicBezTo>
                    <a:cubicBezTo>
                      <a:pt x="1760" y="4471"/>
                      <a:pt x="242" y="3712"/>
                      <a:pt x="218" y="2675"/>
                    </a:cubicBezTo>
                    <a:cubicBezTo>
                      <a:pt x="205" y="2543"/>
                      <a:pt x="229" y="2458"/>
                      <a:pt x="290" y="2399"/>
                    </a:cubicBezTo>
                    <a:cubicBezTo>
                      <a:pt x="374" y="2314"/>
                      <a:pt x="531" y="2302"/>
                      <a:pt x="748" y="2302"/>
                    </a:cubicBezTo>
                    <a:lnTo>
                      <a:pt x="1025" y="2302"/>
                    </a:lnTo>
                    <a:cubicBezTo>
                      <a:pt x="1471" y="2302"/>
                      <a:pt x="1929" y="2241"/>
                      <a:pt x="2242" y="1820"/>
                    </a:cubicBezTo>
                    <a:cubicBezTo>
                      <a:pt x="2387" y="1627"/>
                      <a:pt x="2483" y="1410"/>
                      <a:pt x="2580" y="1205"/>
                    </a:cubicBezTo>
                    <a:cubicBezTo>
                      <a:pt x="2700" y="940"/>
                      <a:pt x="2808" y="699"/>
                      <a:pt x="3001" y="506"/>
                    </a:cubicBezTo>
                    <a:cubicBezTo>
                      <a:pt x="3194" y="313"/>
                      <a:pt x="3471" y="205"/>
                      <a:pt x="3785" y="205"/>
                    </a:cubicBezTo>
                    <a:close/>
                    <a:moveTo>
                      <a:pt x="3785" y="0"/>
                    </a:moveTo>
                    <a:cubicBezTo>
                      <a:pt x="3423" y="0"/>
                      <a:pt x="3086" y="133"/>
                      <a:pt x="2856" y="362"/>
                    </a:cubicBezTo>
                    <a:cubicBezTo>
                      <a:pt x="2639" y="578"/>
                      <a:pt x="2507" y="856"/>
                      <a:pt x="2387" y="1121"/>
                    </a:cubicBezTo>
                    <a:cubicBezTo>
                      <a:pt x="2302" y="1326"/>
                      <a:pt x="2206" y="1531"/>
                      <a:pt x="2085" y="1700"/>
                    </a:cubicBezTo>
                    <a:cubicBezTo>
                      <a:pt x="1796" y="2073"/>
                      <a:pt x="1386" y="2097"/>
                      <a:pt x="1025" y="2097"/>
                    </a:cubicBezTo>
                    <a:lnTo>
                      <a:pt x="748" y="2097"/>
                    </a:lnTo>
                    <a:cubicBezTo>
                      <a:pt x="519" y="2097"/>
                      <a:pt x="290" y="2109"/>
                      <a:pt x="146" y="2254"/>
                    </a:cubicBezTo>
                    <a:cubicBezTo>
                      <a:pt x="49" y="2350"/>
                      <a:pt x="1" y="2495"/>
                      <a:pt x="12" y="2675"/>
                    </a:cubicBezTo>
                    <a:cubicBezTo>
                      <a:pt x="37" y="3880"/>
                      <a:pt x="1688" y="4676"/>
                      <a:pt x="2773" y="4676"/>
                    </a:cubicBezTo>
                    <a:cubicBezTo>
                      <a:pt x="2832" y="4676"/>
                      <a:pt x="2893" y="4676"/>
                      <a:pt x="2941" y="4664"/>
                    </a:cubicBezTo>
                    <a:cubicBezTo>
                      <a:pt x="4037" y="4568"/>
                      <a:pt x="4977" y="3796"/>
                      <a:pt x="5339" y="2712"/>
                    </a:cubicBezTo>
                    <a:cubicBezTo>
                      <a:pt x="5628" y="1832"/>
                      <a:pt x="5435" y="940"/>
                      <a:pt x="4845" y="398"/>
                    </a:cubicBezTo>
                    <a:cubicBezTo>
                      <a:pt x="4556" y="145"/>
                      <a:pt x="4182" y="0"/>
                      <a:pt x="37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697862" y="4260413"/>
                <a:ext cx="58750" cy="70500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820" extrusionOk="0">
                    <a:moveTo>
                      <a:pt x="1072" y="205"/>
                    </a:moveTo>
                    <a:cubicBezTo>
                      <a:pt x="1482" y="205"/>
                      <a:pt x="1832" y="543"/>
                      <a:pt x="2001" y="1109"/>
                    </a:cubicBezTo>
                    <a:cubicBezTo>
                      <a:pt x="2133" y="1567"/>
                      <a:pt x="2085" y="2001"/>
                      <a:pt x="1868" y="2302"/>
                    </a:cubicBezTo>
                    <a:cubicBezTo>
                      <a:pt x="1711" y="2495"/>
                      <a:pt x="1506" y="2616"/>
                      <a:pt x="1289" y="2616"/>
                    </a:cubicBezTo>
                    <a:cubicBezTo>
                      <a:pt x="928" y="2616"/>
                      <a:pt x="603" y="2314"/>
                      <a:pt x="410" y="1796"/>
                    </a:cubicBezTo>
                    <a:cubicBezTo>
                      <a:pt x="217" y="1314"/>
                      <a:pt x="241" y="856"/>
                      <a:pt x="446" y="543"/>
                    </a:cubicBezTo>
                    <a:cubicBezTo>
                      <a:pt x="603" y="326"/>
                      <a:pt x="820" y="205"/>
                      <a:pt x="1072" y="205"/>
                    </a:cubicBezTo>
                    <a:close/>
                    <a:moveTo>
                      <a:pt x="1072" y="0"/>
                    </a:moveTo>
                    <a:cubicBezTo>
                      <a:pt x="759" y="0"/>
                      <a:pt x="470" y="157"/>
                      <a:pt x="277" y="422"/>
                    </a:cubicBezTo>
                    <a:cubicBezTo>
                      <a:pt x="24" y="795"/>
                      <a:pt x="0" y="1314"/>
                      <a:pt x="217" y="1868"/>
                    </a:cubicBezTo>
                    <a:cubicBezTo>
                      <a:pt x="446" y="2471"/>
                      <a:pt x="844" y="2820"/>
                      <a:pt x="1289" y="2820"/>
                    </a:cubicBezTo>
                    <a:cubicBezTo>
                      <a:pt x="1578" y="2820"/>
                      <a:pt x="1844" y="2675"/>
                      <a:pt x="2025" y="2423"/>
                    </a:cubicBezTo>
                    <a:cubicBezTo>
                      <a:pt x="2290" y="2073"/>
                      <a:pt x="2350" y="1567"/>
                      <a:pt x="2194" y="1049"/>
                    </a:cubicBezTo>
                    <a:cubicBezTo>
                      <a:pt x="2001" y="386"/>
                      <a:pt x="1578" y="0"/>
                      <a:pt x="10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17;p2"/>
            <p:cNvSpPr/>
            <p:nvPr/>
          </p:nvSpPr>
          <p:spPr>
            <a:xfrm rot="4500019">
              <a:off x="3805528" y="4359330"/>
              <a:ext cx="256938" cy="308326"/>
            </a:xfrm>
            <a:custGeom>
              <a:avLst/>
              <a:gdLst/>
              <a:ahLst/>
              <a:cxnLst/>
              <a:rect l="l" t="t" r="r" b="b"/>
              <a:pathLst>
                <a:path w="2350" h="2820" extrusionOk="0">
                  <a:moveTo>
                    <a:pt x="1072" y="205"/>
                  </a:moveTo>
                  <a:cubicBezTo>
                    <a:pt x="1482" y="205"/>
                    <a:pt x="1832" y="543"/>
                    <a:pt x="2001" y="1109"/>
                  </a:cubicBezTo>
                  <a:cubicBezTo>
                    <a:pt x="2133" y="1567"/>
                    <a:pt x="2085" y="2001"/>
                    <a:pt x="1868" y="2302"/>
                  </a:cubicBezTo>
                  <a:cubicBezTo>
                    <a:pt x="1711" y="2495"/>
                    <a:pt x="1506" y="2616"/>
                    <a:pt x="1289" y="2616"/>
                  </a:cubicBezTo>
                  <a:cubicBezTo>
                    <a:pt x="928" y="2616"/>
                    <a:pt x="603" y="2314"/>
                    <a:pt x="410" y="1796"/>
                  </a:cubicBezTo>
                  <a:cubicBezTo>
                    <a:pt x="217" y="1314"/>
                    <a:pt x="241" y="856"/>
                    <a:pt x="446" y="543"/>
                  </a:cubicBezTo>
                  <a:cubicBezTo>
                    <a:pt x="603" y="326"/>
                    <a:pt x="820" y="205"/>
                    <a:pt x="1072" y="205"/>
                  </a:cubicBezTo>
                  <a:close/>
                  <a:moveTo>
                    <a:pt x="1072" y="0"/>
                  </a:moveTo>
                  <a:cubicBezTo>
                    <a:pt x="759" y="0"/>
                    <a:pt x="470" y="157"/>
                    <a:pt x="277" y="422"/>
                  </a:cubicBezTo>
                  <a:cubicBezTo>
                    <a:pt x="24" y="795"/>
                    <a:pt x="0" y="1314"/>
                    <a:pt x="217" y="1868"/>
                  </a:cubicBezTo>
                  <a:cubicBezTo>
                    <a:pt x="446" y="2471"/>
                    <a:pt x="844" y="2820"/>
                    <a:pt x="1289" y="2820"/>
                  </a:cubicBezTo>
                  <a:cubicBezTo>
                    <a:pt x="1578" y="2820"/>
                    <a:pt x="1844" y="2675"/>
                    <a:pt x="2025" y="2423"/>
                  </a:cubicBezTo>
                  <a:cubicBezTo>
                    <a:pt x="2290" y="2073"/>
                    <a:pt x="2350" y="1567"/>
                    <a:pt x="2194" y="1049"/>
                  </a:cubicBezTo>
                  <a:cubicBezTo>
                    <a:pt x="2001" y="386"/>
                    <a:pt x="1578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20000" y="1338608"/>
            <a:ext cx="6173700" cy="20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20000" y="335760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 idx="2"/>
          </p:nvPr>
        </p:nvSpPr>
        <p:spPr>
          <a:xfrm>
            <a:off x="6893700" y="539500"/>
            <a:ext cx="1750800" cy="59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3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3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3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3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3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3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3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3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4"/>
          <p:cNvGrpSpPr/>
          <p:nvPr/>
        </p:nvGrpSpPr>
        <p:grpSpPr>
          <a:xfrm>
            <a:off x="-427825" y="-77775"/>
            <a:ext cx="10539800" cy="5756050"/>
            <a:chOff x="-427825" y="-77775"/>
            <a:chExt cx="10539800" cy="5756050"/>
          </a:xfrm>
        </p:grpSpPr>
        <p:sp>
          <p:nvSpPr>
            <p:cNvPr id="33" name="Google Shape;33;p4"/>
            <p:cNvSpPr/>
            <p:nvPr/>
          </p:nvSpPr>
          <p:spPr>
            <a:xfrm>
              <a:off x="5678275" y="-77775"/>
              <a:ext cx="3665600" cy="1610000"/>
            </a:xfrm>
            <a:custGeom>
              <a:avLst/>
              <a:gdLst/>
              <a:ahLst/>
              <a:cxnLst/>
              <a:rect l="l" t="t" r="r" b="b"/>
              <a:pathLst>
                <a:path w="146624" h="64400" extrusionOk="0">
                  <a:moveTo>
                    <a:pt x="0" y="0"/>
                  </a:moveTo>
                  <a:cubicBezTo>
                    <a:pt x="0" y="19056"/>
                    <a:pt x="28508" y="29786"/>
                    <a:pt x="47448" y="31891"/>
                  </a:cubicBezTo>
                  <a:cubicBezTo>
                    <a:pt x="60081" y="33295"/>
                    <a:pt x="73880" y="28049"/>
                    <a:pt x="85563" y="33058"/>
                  </a:cubicBezTo>
                  <a:cubicBezTo>
                    <a:pt x="95349" y="37254"/>
                    <a:pt x="100972" y="47797"/>
                    <a:pt x="109287" y="54449"/>
                  </a:cubicBezTo>
                  <a:cubicBezTo>
                    <a:pt x="119069" y="62275"/>
                    <a:pt x="141022" y="69932"/>
                    <a:pt x="146624" y="58727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" name="Google Shape;34;p4"/>
            <p:cNvSpPr/>
            <p:nvPr/>
          </p:nvSpPr>
          <p:spPr>
            <a:xfrm>
              <a:off x="7953475" y="3189175"/>
              <a:ext cx="2158500" cy="2489100"/>
            </a:xfrm>
            <a:custGeom>
              <a:avLst/>
              <a:gdLst/>
              <a:ahLst/>
              <a:cxnLst/>
              <a:rect l="l" t="t" r="r" b="b"/>
              <a:pathLst>
                <a:path w="86340" h="99564" extrusionOk="0">
                  <a:moveTo>
                    <a:pt x="86340" y="0"/>
                  </a:moveTo>
                  <a:cubicBezTo>
                    <a:pt x="77647" y="0"/>
                    <a:pt x="69439" y="4353"/>
                    <a:pt x="61449" y="7778"/>
                  </a:cubicBezTo>
                  <a:cubicBezTo>
                    <a:pt x="48412" y="13367"/>
                    <a:pt x="34921" y="19528"/>
                    <a:pt x="24891" y="29558"/>
                  </a:cubicBezTo>
                  <a:cubicBezTo>
                    <a:pt x="7378" y="47071"/>
                    <a:pt x="0" y="74798"/>
                    <a:pt x="0" y="99564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" name="Google Shape;35;p4"/>
            <p:cNvSpPr/>
            <p:nvPr/>
          </p:nvSpPr>
          <p:spPr>
            <a:xfrm>
              <a:off x="-427825" y="2352975"/>
              <a:ext cx="1028775" cy="3091950"/>
            </a:xfrm>
            <a:custGeom>
              <a:avLst/>
              <a:gdLst/>
              <a:ahLst/>
              <a:cxnLst/>
              <a:rect l="l" t="t" r="r" b="b"/>
              <a:pathLst>
                <a:path w="41151" h="123678" extrusionOk="0">
                  <a:moveTo>
                    <a:pt x="0" y="0"/>
                  </a:moveTo>
                  <a:cubicBezTo>
                    <a:pt x="26498" y="12043"/>
                    <a:pt x="46732" y="49549"/>
                    <a:pt x="39671" y="77785"/>
                  </a:cubicBezTo>
                  <a:cubicBezTo>
                    <a:pt x="36164" y="91810"/>
                    <a:pt x="26560" y="104123"/>
                    <a:pt x="16335" y="114343"/>
                  </a:cubicBezTo>
                  <a:cubicBezTo>
                    <a:pt x="13223" y="117454"/>
                    <a:pt x="7001" y="119278"/>
                    <a:pt x="7001" y="123678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" name="Google Shape;36;p4"/>
            <p:cNvSpPr/>
            <p:nvPr/>
          </p:nvSpPr>
          <p:spPr>
            <a:xfrm flipH="1">
              <a:off x="7329152" y="913449"/>
              <a:ext cx="363850" cy="302303"/>
            </a:xfrm>
            <a:custGeom>
              <a:avLst/>
              <a:gdLst/>
              <a:ahLst/>
              <a:cxnLst/>
              <a:rect l="l" t="t" r="r" b="b"/>
              <a:pathLst>
                <a:path w="5628" h="4676" extrusionOk="0">
                  <a:moveTo>
                    <a:pt x="3785" y="205"/>
                  </a:moveTo>
                  <a:cubicBezTo>
                    <a:pt x="4122" y="205"/>
                    <a:pt x="4460" y="337"/>
                    <a:pt x="4701" y="554"/>
                  </a:cubicBezTo>
                  <a:cubicBezTo>
                    <a:pt x="5242" y="1036"/>
                    <a:pt x="5411" y="1844"/>
                    <a:pt x="5146" y="2651"/>
                  </a:cubicBezTo>
                  <a:cubicBezTo>
                    <a:pt x="4809" y="3652"/>
                    <a:pt x="3941" y="4362"/>
                    <a:pt x="2929" y="4459"/>
                  </a:cubicBezTo>
                  <a:cubicBezTo>
                    <a:pt x="2880" y="4471"/>
                    <a:pt x="2821" y="4471"/>
                    <a:pt x="2773" y="4471"/>
                  </a:cubicBezTo>
                  <a:cubicBezTo>
                    <a:pt x="1760" y="4471"/>
                    <a:pt x="242" y="3712"/>
                    <a:pt x="218" y="2675"/>
                  </a:cubicBezTo>
                  <a:cubicBezTo>
                    <a:pt x="205" y="2543"/>
                    <a:pt x="229" y="2458"/>
                    <a:pt x="290" y="2399"/>
                  </a:cubicBezTo>
                  <a:cubicBezTo>
                    <a:pt x="374" y="2314"/>
                    <a:pt x="531" y="2302"/>
                    <a:pt x="748" y="2302"/>
                  </a:cubicBezTo>
                  <a:lnTo>
                    <a:pt x="1025" y="2302"/>
                  </a:lnTo>
                  <a:cubicBezTo>
                    <a:pt x="1471" y="2302"/>
                    <a:pt x="1929" y="2241"/>
                    <a:pt x="2242" y="1820"/>
                  </a:cubicBezTo>
                  <a:cubicBezTo>
                    <a:pt x="2387" y="1627"/>
                    <a:pt x="2483" y="1410"/>
                    <a:pt x="2580" y="1205"/>
                  </a:cubicBezTo>
                  <a:cubicBezTo>
                    <a:pt x="2700" y="940"/>
                    <a:pt x="2808" y="699"/>
                    <a:pt x="3001" y="506"/>
                  </a:cubicBezTo>
                  <a:cubicBezTo>
                    <a:pt x="3194" y="313"/>
                    <a:pt x="3471" y="205"/>
                    <a:pt x="3785" y="205"/>
                  </a:cubicBezTo>
                  <a:close/>
                  <a:moveTo>
                    <a:pt x="3785" y="0"/>
                  </a:moveTo>
                  <a:cubicBezTo>
                    <a:pt x="3423" y="0"/>
                    <a:pt x="3086" y="133"/>
                    <a:pt x="2856" y="362"/>
                  </a:cubicBezTo>
                  <a:cubicBezTo>
                    <a:pt x="2639" y="578"/>
                    <a:pt x="2507" y="856"/>
                    <a:pt x="2387" y="1121"/>
                  </a:cubicBezTo>
                  <a:cubicBezTo>
                    <a:pt x="2302" y="1326"/>
                    <a:pt x="2206" y="1531"/>
                    <a:pt x="2085" y="1700"/>
                  </a:cubicBezTo>
                  <a:cubicBezTo>
                    <a:pt x="1796" y="2073"/>
                    <a:pt x="1386" y="2097"/>
                    <a:pt x="1025" y="2097"/>
                  </a:cubicBezTo>
                  <a:lnTo>
                    <a:pt x="748" y="2097"/>
                  </a:lnTo>
                  <a:cubicBezTo>
                    <a:pt x="519" y="2097"/>
                    <a:pt x="290" y="2109"/>
                    <a:pt x="146" y="2254"/>
                  </a:cubicBezTo>
                  <a:cubicBezTo>
                    <a:pt x="49" y="2350"/>
                    <a:pt x="1" y="2495"/>
                    <a:pt x="12" y="2675"/>
                  </a:cubicBezTo>
                  <a:cubicBezTo>
                    <a:pt x="37" y="3880"/>
                    <a:pt x="1688" y="4676"/>
                    <a:pt x="2773" y="4676"/>
                  </a:cubicBezTo>
                  <a:cubicBezTo>
                    <a:pt x="2832" y="4676"/>
                    <a:pt x="2893" y="4676"/>
                    <a:pt x="2941" y="4664"/>
                  </a:cubicBezTo>
                  <a:cubicBezTo>
                    <a:pt x="4037" y="4568"/>
                    <a:pt x="4977" y="3796"/>
                    <a:pt x="5339" y="2712"/>
                  </a:cubicBezTo>
                  <a:cubicBezTo>
                    <a:pt x="5628" y="1832"/>
                    <a:pt x="5435" y="940"/>
                    <a:pt x="4845" y="398"/>
                  </a:cubicBezTo>
                  <a:cubicBezTo>
                    <a:pt x="4556" y="145"/>
                    <a:pt x="4182" y="0"/>
                    <a:pt x="3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-6300007" flipH="1">
              <a:off x="-406678" y="1138398"/>
              <a:ext cx="689309" cy="572709"/>
            </a:xfrm>
            <a:custGeom>
              <a:avLst/>
              <a:gdLst/>
              <a:ahLst/>
              <a:cxnLst/>
              <a:rect l="l" t="t" r="r" b="b"/>
              <a:pathLst>
                <a:path w="5628" h="4676" extrusionOk="0">
                  <a:moveTo>
                    <a:pt x="3785" y="205"/>
                  </a:moveTo>
                  <a:cubicBezTo>
                    <a:pt x="4122" y="205"/>
                    <a:pt x="4460" y="337"/>
                    <a:pt x="4701" y="554"/>
                  </a:cubicBezTo>
                  <a:cubicBezTo>
                    <a:pt x="5242" y="1036"/>
                    <a:pt x="5411" y="1844"/>
                    <a:pt x="5146" y="2651"/>
                  </a:cubicBezTo>
                  <a:cubicBezTo>
                    <a:pt x="4809" y="3652"/>
                    <a:pt x="3941" y="4362"/>
                    <a:pt x="2929" y="4459"/>
                  </a:cubicBezTo>
                  <a:cubicBezTo>
                    <a:pt x="2880" y="4471"/>
                    <a:pt x="2821" y="4471"/>
                    <a:pt x="2773" y="4471"/>
                  </a:cubicBezTo>
                  <a:cubicBezTo>
                    <a:pt x="1760" y="4471"/>
                    <a:pt x="242" y="3712"/>
                    <a:pt x="218" y="2675"/>
                  </a:cubicBezTo>
                  <a:cubicBezTo>
                    <a:pt x="205" y="2543"/>
                    <a:pt x="229" y="2458"/>
                    <a:pt x="290" y="2399"/>
                  </a:cubicBezTo>
                  <a:cubicBezTo>
                    <a:pt x="374" y="2314"/>
                    <a:pt x="531" y="2302"/>
                    <a:pt x="748" y="2302"/>
                  </a:cubicBezTo>
                  <a:lnTo>
                    <a:pt x="1025" y="2302"/>
                  </a:lnTo>
                  <a:cubicBezTo>
                    <a:pt x="1471" y="2302"/>
                    <a:pt x="1929" y="2241"/>
                    <a:pt x="2242" y="1820"/>
                  </a:cubicBezTo>
                  <a:cubicBezTo>
                    <a:pt x="2387" y="1627"/>
                    <a:pt x="2483" y="1410"/>
                    <a:pt x="2580" y="1205"/>
                  </a:cubicBezTo>
                  <a:cubicBezTo>
                    <a:pt x="2700" y="940"/>
                    <a:pt x="2808" y="699"/>
                    <a:pt x="3001" y="506"/>
                  </a:cubicBezTo>
                  <a:cubicBezTo>
                    <a:pt x="3194" y="313"/>
                    <a:pt x="3471" y="205"/>
                    <a:pt x="3785" y="205"/>
                  </a:cubicBezTo>
                  <a:close/>
                  <a:moveTo>
                    <a:pt x="3785" y="0"/>
                  </a:moveTo>
                  <a:cubicBezTo>
                    <a:pt x="3423" y="0"/>
                    <a:pt x="3086" y="133"/>
                    <a:pt x="2856" y="362"/>
                  </a:cubicBezTo>
                  <a:cubicBezTo>
                    <a:pt x="2639" y="578"/>
                    <a:pt x="2507" y="856"/>
                    <a:pt x="2387" y="1121"/>
                  </a:cubicBezTo>
                  <a:cubicBezTo>
                    <a:pt x="2302" y="1326"/>
                    <a:pt x="2206" y="1531"/>
                    <a:pt x="2085" y="1700"/>
                  </a:cubicBezTo>
                  <a:cubicBezTo>
                    <a:pt x="1796" y="2073"/>
                    <a:pt x="1386" y="2097"/>
                    <a:pt x="1025" y="2097"/>
                  </a:cubicBezTo>
                  <a:lnTo>
                    <a:pt x="748" y="2097"/>
                  </a:lnTo>
                  <a:cubicBezTo>
                    <a:pt x="519" y="2097"/>
                    <a:pt x="290" y="2109"/>
                    <a:pt x="146" y="2254"/>
                  </a:cubicBezTo>
                  <a:cubicBezTo>
                    <a:pt x="49" y="2350"/>
                    <a:pt x="1" y="2495"/>
                    <a:pt x="12" y="2675"/>
                  </a:cubicBezTo>
                  <a:cubicBezTo>
                    <a:pt x="37" y="3880"/>
                    <a:pt x="1688" y="4676"/>
                    <a:pt x="2773" y="4676"/>
                  </a:cubicBezTo>
                  <a:cubicBezTo>
                    <a:pt x="2832" y="4676"/>
                    <a:pt x="2893" y="4676"/>
                    <a:pt x="2941" y="4664"/>
                  </a:cubicBezTo>
                  <a:cubicBezTo>
                    <a:pt x="4037" y="4568"/>
                    <a:pt x="4977" y="3796"/>
                    <a:pt x="5339" y="2712"/>
                  </a:cubicBezTo>
                  <a:cubicBezTo>
                    <a:pt x="5628" y="1832"/>
                    <a:pt x="5435" y="940"/>
                    <a:pt x="4845" y="398"/>
                  </a:cubicBezTo>
                  <a:cubicBezTo>
                    <a:pt x="4556" y="145"/>
                    <a:pt x="4182" y="0"/>
                    <a:pt x="3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1356325" y="-1015479"/>
            <a:ext cx="7277187" cy="5740887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8"/>
          <p:cNvSpPr/>
          <p:nvPr/>
        </p:nvSpPr>
        <p:spPr>
          <a:xfrm rot="-2700000" flipH="1">
            <a:off x="8608261" y="1148748"/>
            <a:ext cx="306732" cy="241713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2" name="Google Shape;72;p8"/>
          <p:cNvSpPr/>
          <p:nvPr/>
        </p:nvSpPr>
        <p:spPr>
          <a:xfrm rot="3600026">
            <a:off x="-1825995" y="2944329"/>
            <a:ext cx="4512076" cy="3559524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/>
          <p:nvPr/>
        </p:nvSpPr>
        <p:spPr>
          <a:xfrm rot="3600017">
            <a:off x="7369719" y="3529620"/>
            <a:ext cx="3519496" cy="2776489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/>
          <p:nvPr/>
        </p:nvSpPr>
        <p:spPr>
          <a:xfrm rot="-2700000" flipH="1">
            <a:off x="-176359" y="1591203"/>
            <a:ext cx="582923" cy="527523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5" name="Google Shape;75;p8"/>
          <p:cNvSpPr/>
          <p:nvPr/>
        </p:nvSpPr>
        <p:spPr>
          <a:xfrm rot="-2700000" flipH="1">
            <a:off x="7501141" y="2828603"/>
            <a:ext cx="582923" cy="527523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1977900" y="1183500"/>
            <a:ext cx="5188200" cy="277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3532925" y="4756621"/>
            <a:ext cx="356698" cy="303278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3"/>
          <p:cNvSpPr/>
          <p:nvPr/>
        </p:nvSpPr>
        <p:spPr>
          <a:xfrm rot="-9899999">
            <a:off x="7662088" y="314740"/>
            <a:ext cx="528706" cy="449497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13"/>
          <p:cNvGrpSpPr/>
          <p:nvPr/>
        </p:nvGrpSpPr>
        <p:grpSpPr>
          <a:xfrm>
            <a:off x="-388925" y="-486500"/>
            <a:ext cx="10343747" cy="6394949"/>
            <a:chOff x="-388925" y="-486500"/>
            <a:chExt cx="10343747" cy="6394949"/>
          </a:xfrm>
        </p:grpSpPr>
        <p:sp>
          <p:nvSpPr>
            <p:cNvPr id="109" name="Google Shape;109;p13"/>
            <p:cNvSpPr/>
            <p:nvPr/>
          </p:nvSpPr>
          <p:spPr>
            <a:xfrm>
              <a:off x="-388925" y="1839224"/>
              <a:ext cx="3586225" cy="4069225"/>
            </a:xfrm>
            <a:custGeom>
              <a:avLst/>
              <a:gdLst/>
              <a:ahLst/>
              <a:cxnLst/>
              <a:rect l="l" t="t" r="r" b="b"/>
              <a:pathLst>
                <a:path w="143449" h="162769" extrusionOk="0">
                  <a:moveTo>
                    <a:pt x="0" y="7200"/>
                  </a:moveTo>
                  <a:cubicBezTo>
                    <a:pt x="15320" y="1071"/>
                    <a:pt x="32504" y="200"/>
                    <a:pt x="49004" y="200"/>
                  </a:cubicBezTo>
                  <a:cubicBezTo>
                    <a:pt x="62734" y="200"/>
                    <a:pt x="78732" y="-600"/>
                    <a:pt x="89452" y="7978"/>
                  </a:cubicBezTo>
                  <a:cubicBezTo>
                    <a:pt x="94981" y="12403"/>
                    <a:pt x="99727" y="20554"/>
                    <a:pt x="98009" y="27424"/>
                  </a:cubicBezTo>
                  <a:cubicBezTo>
                    <a:pt x="96056" y="35238"/>
                    <a:pt x="90756" y="45843"/>
                    <a:pt x="96453" y="51537"/>
                  </a:cubicBezTo>
                  <a:cubicBezTo>
                    <a:pt x="106841" y="61921"/>
                    <a:pt x="128866" y="55344"/>
                    <a:pt x="137679" y="67094"/>
                  </a:cubicBezTo>
                  <a:cubicBezTo>
                    <a:pt x="141271" y="71883"/>
                    <a:pt x="144298" y="78337"/>
                    <a:pt x="143124" y="84207"/>
                  </a:cubicBezTo>
                  <a:cubicBezTo>
                    <a:pt x="141780" y="90924"/>
                    <a:pt x="136072" y="95969"/>
                    <a:pt x="133012" y="102097"/>
                  </a:cubicBezTo>
                  <a:cubicBezTo>
                    <a:pt x="130555" y="107018"/>
                    <a:pt x="130678" y="112932"/>
                    <a:pt x="130678" y="118432"/>
                  </a:cubicBezTo>
                  <a:cubicBezTo>
                    <a:pt x="130678" y="132196"/>
                    <a:pt x="142741" y="149922"/>
                    <a:pt x="133012" y="159658"/>
                  </a:cubicBezTo>
                  <a:cubicBezTo>
                    <a:pt x="132096" y="160575"/>
                    <a:pt x="131974" y="162769"/>
                    <a:pt x="130678" y="162769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" name="Google Shape;110;p13"/>
            <p:cNvSpPr/>
            <p:nvPr/>
          </p:nvSpPr>
          <p:spPr>
            <a:xfrm>
              <a:off x="8257847" y="311150"/>
              <a:ext cx="1696975" cy="3850325"/>
            </a:xfrm>
            <a:custGeom>
              <a:avLst/>
              <a:gdLst/>
              <a:ahLst/>
              <a:cxnLst/>
              <a:rect l="l" t="t" r="r" b="b"/>
              <a:pathLst>
                <a:path w="67879" h="154013" extrusionOk="0">
                  <a:moveTo>
                    <a:pt x="49211" y="0"/>
                  </a:moveTo>
                  <a:cubicBezTo>
                    <a:pt x="30478" y="3119"/>
                    <a:pt x="6986" y="12317"/>
                    <a:pt x="985" y="30335"/>
                  </a:cubicBezTo>
                  <a:cubicBezTo>
                    <a:pt x="-1897" y="38987"/>
                    <a:pt x="2512" y="49487"/>
                    <a:pt x="7985" y="56782"/>
                  </a:cubicBezTo>
                  <a:cubicBezTo>
                    <a:pt x="13431" y="64041"/>
                    <a:pt x="22540" y="69663"/>
                    <a:pt x="24320" y="78562"/>
                  </a:cubicBezTo>
                  <a:cubicBezTo>
                    <a:pt x="27103" y="92471"/>
                    <a:pt x="8318" y="105100"/>
                    <a:pt x="11097" y="119010"/>
                  </a:cubicBezTo>
                  <a:cubicBezTo>
                    <a:pt x="13110" y="129084"/>
                    <a:pt x="23289" y="136280"/>
                    <a:pt x="32098" y="141567"/>
                  </a:cubicBezTo>
                  <a:cubicBezTo>
                    <a:pt x="42926" y="148065"/>
                    <a:pt x="55251" y="154013"/>
                    <a:pt x="67879" y="154013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" name="Google Shape;111;p13"/>
            <p:cNvSpPr/>
            <p:nvPr/>
          </p:nvSpPr>
          <p:spPr>
            <a:xfrm>
              <a:off x="4142000" y="-486500"/>
              <a:ext cx="3947575" cy="931525"/>
            </a:xfrm>
            <a:custGeom>
              <a:avLst/>
              <a:gdLst/>
              <a:ahLst/>
              <a:cxnLst/>
              <a:rect l="l" t="t" r="r" b="b"/>
              <a:pathLst>
                <a:path w="157903" h="37261" extrusionOk="0">
                  <a:moveTo>
                    <a:pt x="0" y="0"/>
                  </a:moveTo>
                  <a:cubicBezTo>
                    <a:pt x="9722" y="12959"/>
                    <a:pt x="21968" y="25992"/>
                    <a:pt x="37337" y="31114"/>
                  </a:cubicBezTo>
                  <a:cubicBezTo>
                    <a:pt x="54886" y="36963"/>
                    <a:pt x="74142" y="38231"/>
                    <a:pt x="92564" y="36558"/>
                  </a:cubicBezTo>
                  <a:cubicBezTo>
                    <a:pt x="108987" y="35067"/>
                    <a:pt x="125597" y="30565"/>
                    <a:pt x="140013" y="22557"/>
                  </a:cubicBezTo>
                  <a:cubicBezTo>
                    <a:pt x="146363" y="19029"/>
                    <a:pt x="151406" y="13361"/>
                    <a:pt x="157903" y="10112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2"/>
          </p:nvPr>
        </p:nvSpPr>
        <p:spPr>
          <a:xfrm>
            <a:off x="3405186" y="1315850"/>
            <a:ext cx="2346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"/>
          </p:nvPr>
        </p:nvSpPr>
        <p:spPr>
          <a:xfrm>
            <a:off x="3405186" y="1632175"/>
            <a:ext cx="23463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3"/>
          </p:nvPr>
        </p:nvSpPr>
        <p:spPr>
          <a:xfrm>
            <a:off x="6087423" y="1315850"/>
            <a:ext cx="2346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4"/>
          </p:nvPr>
        </p:nvSpPr>
        <p:spPr>
          <a:xfrm>
            <a:off x="6087423" y="1632175"/>
            <a:ext cx="23463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/>
          </p:nvPr>
        </p:nvSpPr>
        <p:spPr>
          <a:xfrm>
            <a:off x="3405186" y="2442532"/>
            <a:ext cx="2346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6"/>
          </p:nvPr>
        </p:nvSpPr>
        <p:spPr>
          <a:xfrm>
            <a:off x="3405186" y="2762325"/>
            <a:ext cx="23463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/>
          </p:nvPr>
        </p:nvSpPr>
        <p:spPr>
          <a:xfrm>
            <a:off x="3405186" y="3569214"/>
            <a:ext cx="2346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8"/>
          </p:nvPr>
        </p:nvSpPr>
        <p:spPr>
          <a:xfrm>
            <a:off x="3405186" y="3892475"/>
            <a:ext cx="23463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9"/>
          </p:nvPr>
        </p:nvSpPr>
        <p:spPr>
          <a:xfrm>
            <a:off x="6087423" y="2442532"/>
            <a:ext cx="2346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6087423" y="2762325"/>
            <a:ext cx="23463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14"/>
          </p:nvPr>
        </p:nvSpPr>
        <p:spPr>
          <a:xfrm>
            <a:off x="6087423" y="3569214"/>
            <a:ext cx="2346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6087423" y="3892475"/>
            <a:ext cx="23463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16"/>
          </p:nvPr>
        </p:nvSpPr>
        <p:spPr>
          <a:xfrm>
            <a:off x="722950" y="3569225"/>
            <a:ext cx="23463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17"/>
          </p:nvPr>
        </p:nvSpPr>
        <p:spPr>
          <a:xfrm>
            <a:off x="722950" y="3892482"/>
            <a:ext cx="23463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>
            <a:spLocks noGrp="1"/>
          </p:cNvSpPr>
          <p:nvPr>
            <p:ph type="title"/>
          </p:nvPr>
        </p:nvSpPr>
        <p:spPr>
          <a:xfrm>
            <a:off x="2315354" y="1189100"/>
            <a:ext cx="45204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14"/>
          <p:cNvGrpSpPr/>
          <p:nvPr/>
        </p:nvGrpSpPr>
        <p:grpSpPr>
          <a:xfrm flipH="1">
            <a:off x="-1093832" y="-553080"/>
            <a:ext cx="10466422" cy="6229989"/>
            <a:chOff x="919620" y="4052663"/>
            <a:chExt cx="2393200" cy="1424518"/>
          </a:xfrm>
        </p:grpSpPr>
        <p:sp>
          <p:nvSpPr>
            <p:cNvPr id="130" name="Google Shape;130;p14"/>
            <p:cNvSpPr/>
            <p:nvPr/>
          </p:nvSpPr>
          <p:spPr>
            <a:xfrm rot="1510878">
              <a:off x="2634974" y="4441905"/>
              <a:ext cx="493519" cy="976690"/>
            </a:xfrm>
            <a:custGeom>
              <a:avLst/>
              <a:gdLst/>
              <a:ahLst/>
              <a:cxnLst/>
              <a:rect l="l" t="t" r="r" b="b"/>
              <a:pathLst>
                <a:path w="19740" h="37959" extrusionOk="0">
                  <a:moveTo>
                    <a:pt x="9400" y="0"/>
                  </a:moveTo>
                  <a:cubicBezTo>
                    <a:pt x="7123" y="819"/>
                    <a:pt x="4556" y="1735"/>
                    <a:pt x="2724" y="3604"/>
                  </a:cubicBezTo>
                  <a:cubicBezTo>
                    <a:pt x="1026" y="5339"/>
                    <a:pt x="1" y="8400"/>
                    <a:pt x="1471" y="10665"/>
                  </a:cubicBezTo>
                  <a:cubicBezTo>
                    <a:pt x="2459" y="12171"/>
                    <a:pt x="4231" y="12894"/>
                    <a:pt x="5942" y="13593"/>
                  </a:cubicBezTo>
                  <a:cubicBezTo>
                    <a:pt x="7858" y="14364"/>
                    <a:pt x="9678" y="15100"/>
                    <a:pt x="10449" y="16847"/>
                  </a:cubicBezTo>
                  <a:cubicBezTo>
                    <a:pt x="11558" y="19377"/>
                    <a:pt x="9569" y="22258"/>
                    <a:pt x="7328" y="24125"/>
                  </a:cubicBezTo>
                  <a:cubicBezTo>
                    <a:pt x="7063" y="24342"/>
                    <a:pt x="6786" y="24571"/>
                    <a:pt x="6508" y="24788"/>
                  </a:cubicBezTo>
                  <a:cubicBezTo>
                    <a:pt x="4460" y="26451"/>
                    <a:pt x="2351" y="28162"/>
                    <a:pt x="1929" y="30693"/>
                  </a:cubicBezTo>
                  <a:cubicBezTo>
                    <a:pt x="1543" y="33091"/>
                    <a:pt x="3014" y="35742"/>
                    <a:pt x="5436" y="36995"/>
                  </a:cubicBezTo>
                  <a:cubicBezTo>
                    <a:pt x="6749" y="37682"/>
                    <a:pt x="8111" y="37959"/>
                    <a:pt x="9473" y="37959"/>
                  </a:cubicBezTo>
                  <a:cubicBezTo>
                    <a:pt x="13256" y="37959"/>
                    <a:pt x="17005" y="35778"/>
                    <a:pt x="19740" y="34199"/>
                  </a:cubicBezTo>
                  <a:lnTo>
                    <a:pt x="19632" y="34019"/>
                  </a:lnTo>
                  <a:cubicBezTo>
                    <a:pt x="16926" y="35586"/>
                    <a:pt x="13201" y="37750"/>
                    <a:pt x="9457" y="37750"/>
                  </a:cubicBezTo>
                  <a:cubicBezTo>
                    <a:pt x="8132" y="37750"/>
                    <a:pt x="6805" y="37479"/>
                    <a:pt x="5520" y="36815"/>
                  </a:cubicBezTo>
                  <a:cubicBezTo>
                    <a:pt x="3182" y="35597"/>
                    <a:pt x="1760" y="33042"/>
                    <a:pt x="2134" y="30729"/>
                  </a:cubicBezTo>
                  <a:cubicBezTo>
                    <a:pt x="2532" y="28270"/>
                    <a:pt x="4617" y="26583"/>
                    <a:pt x="6629" y="24957"/>
                  </a:cubicBezTo>
                  <a:cubicBezTo>
                    <a:pt x="6918" y="24728"/>
                    <a:pt x="7196" y="24499"/>
                    <a:pt x="7461" y="24282"/>
                  </a:cubicBezTo>
                  <a:cubicBezTo>
                    <a:pt x="8714" y="23233"/>
                    <a:pt x="9738" y="22017"/>
                    <a:pt x="10329" y="20847"/>
                  </a:cubicBezTo>
                  <a:cubicBezTo>
                    <a:pt x="11076" y="19377"/>
                    <a:pt x="11184" y="18003"/>
                    <a:pt x="10642" y="16774"/>
                  </a:cubicBezTo>
                  <a:cubicBezTo>
                    <a:pt x="9834" y="14943"/>
                    <a:pt x="7895" y="14160"/>
                    <a:pt x="6026" y="13400"/>
                  </a:cubicBezTo>
                  <a:cubicBezTo>
                    <a:pt x="4339" y="12714"/>
                    <a:pt x="2592" y="12002"/>
                    <a:pt x="1652" y="10545"/>
                  </a:cubicBezTo>
                  <a:cubicBezTo>
                    <a:pt x="242" y="8376"/>
                    <a:pt x="1230" y="5423"/>
                    <a:pt x="2869" y="3748"/>
                  </a:cubicBezTo>
                  <a:cubicBezTo>
                    <a:pt x="4665" y="1917"/>
                    <a:pt x="7220" y="1001"/>
                    <a:pt x="9473" y="193"/>
                  </a:cubicBezTo>
                  <a:lnTo>
                    <a:pt x="94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919620" y="4052663"/>
              <a:ext cx="714025" cy="454625"/>
            </a:xfrm>
            <a:custGeom>
              <a:avLst/>
              <a:gdLst/>
              <a:ahLst/>
              <a:cxnLst/>
              <a:rect l="l" t="t" r="r" b="b"/>
              <a:pathLst>
                <a:path w="28561" h="18185" extrusionOk="0">
                  <a:moveTo>
                    <a:pt x="25102" y="0"/>
                  </a:moveTo>
                  <a:lnTo>
                    <a:pt x="24933" y="121"/>
                  </a:lnTo>
                  <a:cubicBezTo>
                    <a:pt x="25885" y="1422"/>
                    <a:pt x="26873" y="2760"/>
                    <a:pt x="27476" y="4279"/>
                  </a:cubicBezTo>
                  <a:cubicBezTo>
                    <a:pt x="28343" y="6424"/>
                    <a:pt x="28223" y="8508"/>
                    <a:pt x="27162" y="10002"/>
                  </a:cubicBezTo>
                  <a:cubicBezTo>
                    <a:pt x="26449" y="11014"/>
                    <a:pt x="25363" y="11609"/>
                    <a:pt x="24228" y="11609"/>
                  </a:cubicBezTo>
                  <a:cubicBezTo>
                    <a:pt x="24174" y="11609"/>
                    <a:pt x="24120" y="11608"/>
                    <a:pt x="24066" y="11605"/>
                  </a:cubicBezTo>
                  <a:cubicBezTo>
                    <a:pt x="23343" y="11569"/>
                    <a:pt x="22439" y="11123"/>
                    <a:pt x="21487" y="10653"/>
                  </a:cubicBezTo>
                  <a:cubicBezTo>
                    <a:pt x="20378" y="10094"/>
                    <a:pt x="19146" y="9477"/>
                    <a:pt x="18004" y="9477"/>
                  </a:cubicBezTo>
                  <a:cubicBezTo>
                    <a:pt x="17670" y="9477"/>
                    <a:pt x="17342" y="9530"/>
                    <a:pt x="17028" y="9653"/>
                  </a:cubicBezTo>
                  <a:cubicBezTo>
                    <a:pt x="16172" y="9991"/>
                    <a:pt x="15510" y="10797"/>
                    <a:pt x="14991" y="12123"/>
                  </a:cubicBezTo>
                  <a:cubicBezTo>
                    <a:pt x="14847" y="12509"/>
                    <a:pt x="14726" y="12991"/>
                    <a:pt x="14582" y="13497"/>
                  </a:cubicBezTo>
                  <a:cubicBezTo>
                    <a:pt x="14100" y="15280"/>
                    <a:pt x="13497" y="17510"/>
                    <a:pt x="11545" y="17907"/>
                  </a:cubicBezTo>
                  <a:cubicBezTo>
                    <a:pt x="11328" y="17952"/>
                    <a:pt x="11119" y="17973"/>
                    <a:pt x="10919" y="17973"/>
                  </a:cubicBezTo>
                  <a:cubicBezTo>
                    <a:pt x="8852" y="17973"/>
                    <a:pt x="7638" y="15698"/>
                    <a:pt x="6363" y="13292"/>
                  </a:cubicBezTo>
                  <a:cubicBezTo>
                    <a:pt x="5036" y="10783"/>
                    <a:pt x="3672" y="8211"/>
                    <a:pt x="1209" y="8211"/>
                  </a:cubicBezTo>
                  <a:cubicBezTo>
                    <a:pt x="833" y="8211"/>
                    <a:pt x="432" y="8271"/>
                    <a:pt x="1" y="8400"/>
                  </a:cubicBezTo>
                  <a:lnTo>
                    <a:pt x="61" y="8604"/>
                  </a:lnTo>
                  <a:cubicBezTo>
                    <a:pt x="466" y="8481"/>
                    <a:pt x="843" y="8424"/>
                    <a:pt x="1198" y="8424"/>
                  </a:cubicBezTo>
                  <a:cubicBezTo>
                    <a:pt x="3550" y="8424"/>
                    <a:pt x="4884" y="10938"/>
                    <a:pt x="6183" y="13389"/>
                  </a:cubicBezTo>
                  <a:cubicBezTo>
                    <a:pt x="7436" y="15751"/>
                    <a:pt x="8725" y="18185"/>
                    <a:pt x="10931" y="18185"/>
                  </a:cubicBezTo>
                  <a:cubicBezTo>
                    <a:pt x="11148" y="18185"/>
                    <a:pt x="11365" y="18161"/>
                    <a:pt x="11593" y="18113"/>
                  </a:cubicBezTo>
                  <a:cubicBezTo>
                    <a:pt x="13666" y="17690"/>
                    <a:pt x="14281" y="15389"/>
                    <a:pt x="14787" y="13545"/>
                  </a:cubicBezTo>
                  <a:cubicBezTo>
                    <a:pt x="14919" y="13051"/>
                    <a:pt x="15052" y="12569"/>
                    <a:pt x="15184" y="12195"/>
                  </a:cubicBezTo>
                  <a:cubicBezTo>
                    <a:pt x="15679" y="10931"/>
                    <a:pt x="16305" y="10159"/>
                    <a:pt x="17112" y="9846"/>
                  </a:cubicBezTo>
                  <a:cubicBezTo>
                    <a:pt x="17404" y="9732"/>
                    <a:pt x="17708" y="9682"/>
                    <a:pt x="18021" y="9682"/>
                  </a:cubicBezTo>
                  <a:cubicBezTo>
                    <a:pt x="19091" y="9682"/>
                    <a:pt x="20264" y="10265"/>
                    <a:pt x="21402" y="10834"/>
                  </a:cubicBezTo>
                  <a:cubicBezTo>
                    <a:pt x="22366" y="11316"/>
                    <a:pt x="23282" y="11774"/>
                    <a:pt x="24066" y="11810"/>
                  </a:cubicBezTo>
                  <a:cubicBezTo>
                    <a:pt x="24122" y="11812"/>
                    <a:pt x="24177" y="11814"/>
                    <a:pt x="24233" y="11814"/>
                  </a:cubicBezTo>
                  <a:cubicBezTo>
                    <a:pt x="25426" y="11814"/>
                    <a:pt x="26571" y="11194"/>
                    <a:pt x="27331" y="10123"/>
                  </a:cubicBezTo>
                  <a:cubicBezTo>
                    <a:pt x="28440" y="8580"/>
                    <a:pt x="28560" y="6411"/>
                    <a:pt x="27668" y="4206"/>
                  </a:cubicBezTo>
                  <a:cubicBezTo>
                    <a:pt x="27054" y="2664"/>
                    <a:pt x="26066" y="1302"/>
                    <a:pt x="25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19621" y="4916207"/>
              <a:ext cx="775775" cy="560975"/>
            </a:xfrm>
            <a:custGeom>
              <a:avLst/>
              <a:gdLst/>
              <a:ahLst/>
              <a:cxnLst/>
              <a:rect l="l" t="t" r="r" b="b"/>
              <a:pathLst>
                <a:path w="31031" h="22439" extrusionOk="0">
                  <a:moveTo>
                    <a:pt x="206" y="1"/>
                  </a:moveTo>
                  <a:lnTo>
                    <a:pt x="0" y="61"/>
                  </a:lnTo>
                  <a:cubicBezTo>
                    <a:pt x="1796" y="5641"/>
                    <a:pt x="4001" y="8966"/>
                    <a:pt x="6773" y="10255"/>
                  </a:cubicBezTo>
                  <a:cubicBezTo>
                    <a:pt x="7710" y="10688"/>
                    <a:pt x="8660" y="10862"/>
                    <a:pt x="9609" y="10862"/>
                  </a:cubicBezTo>
                  <a:cubicBezTo>
                    <a:pt x="11724" y="10862"/>
                    <a:pt x="13829" y="9997"/>
                    <a:pt x="15751" y="9207"/>
                  </a:cubicBezTo>
                  <a:cubicBezTo>
                    <a:pt x="17004" y="8689"/>
                    <a:pt x="18185" y="8207"/>
                    <a:pt x="19245" y="8014"/>
                  </a:cubicBezTo>
                  <a:cubicBezTo>
                    <a:pt x="19829" y="7906"/>
                    <a:pt x="20410" y="7853"/>
                    <a:pt x="20984" y="7853"/>
                  </a:cubicBezTo>
                  <a:cubicBezTo>
                    <a:pt x="24057" y="7853"/>
                    <a:pt x="26904" y="9370"/>
                    <a:pt x="28680" y="12051"/>
                  </a:cubicBezTo>
                  <a:cubicBezTo>
                    <a:pt x="30790" y="15233"/>
                    <a:pt x="30801" y="19173"/>
                    <a:pt x="28729" y="22318"/>
                  </a:cubicBezTo>
                  <a:lnTo>
                    <a:pt x="28897" y="22439"/>
                  </a:lnTo>
                  <a:cubicBezTo>
                    <a:pt x="31031" y="19209"/>
                    <a:pt x="31007" y="15184"/>
                    <a:pt x="28849" y="11942"/>
                  </a:cubicBezTo>
                  <a:cubicBezTo>
                    <a:pt x="27040" y="9199"/>
                    <a:pt x="24126" y="7646"/>
                    <a:pt x="20974" y="7646"/>
                  </a:cubicBezTo>
                  <a:cubicBezTo>
                    <a:pt x="20388" y="7646"/>
                    <a:pt x="19794" y="7700"/>
                    <a:pt x="19197" y="7810"/>
                  </a:cubicBezTo>
                  <a:cubicBezTo>
                    <a:pt x="18124" y="8002"/>
                    <a:pt x="16932" y="8496"/>
                    <a:pt x="15678" y="9015"/>
                  </a:cubicBezTo>
                  <a:cubicBezTo>
                    <a:pt x="13769" y="9798"/>
                    <a:pt x="11693" y="10656"/>
                    <a:pt x="9617" y="10656"/>
                  </a:cubicBezTo>
                  <a:cubicBezTo>
                    <a:pt x="8692" y="10656"/>
                    <a:pt x="7768" y="10486"/>
                    <a:pt x="6858" y="10063"/>
                  </a:cubicBezTo>
                  <a:cubicBezTo>
                    <a:pt x="4146" y="8809"/>
                    <a:pt x="1977" y="5520"/>
                    <a:pt x="2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14"/>
          <p:cNvSpPr txBox="1">
            <a:spLocks noGrp="1"/>
          </p:cNvSpPr>
          <p:nvPr>
            <p:ph type="subTitle" idx="1"/>
          </p:nvPr>
        </p:nvSpPr>
        <p:spPr>
          <a:xfrm>
            <a:off x="2139104" y="3153500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1447824" y="841206"/>
            <a:ext cx="409215" cy="347900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4"/>
          <p:cNvSpPr/>
          <p:nvPr/>
        </p:nvSpPr>
        <p:spPr>
          <a:xfrm rot="3183500">
            <a:off x="5888752" y="603490"/>
            <a:ext cx="258688" cy="219923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/>
          <p:nvPr/>
        </p:nvSpPr>
        <p:spPr>
          <a:xfrm rot="8100000">
            <a:off x="-2711216" y="-1597084"/>
            <a:ext cx="5416718" cy="4273185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/>
          <p:cNvSpPr/>
          <p:nvPr/>
        </p:nvSpPr>
        <p:spPr>
          <a:xfrm rot="-3322046">
            <a:off x="6914602" y="2046660"/>
            <a:ext cx="5416708" cy="4273176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/>
          <p:nvPr/>
        </p:nvSpPr>
        <p:spPr>
          <a:xfrm rot="759765">
            <a:off x="-494358" y="3544018"/>
            <a:ext cx="5416738" cy="4273200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/>
          <p:cNvSpPr/>
          <p:nvPr/>
        </p:nvSpPr>
        <p:spPr>
          <a:xfrm rot="759765">
            <a:off x="3103192" y="-2888132"/>
            <a:ext cx="5416738" cy="4273200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3360725" y="1604300"/>
            <a:ext cx="5067600" cy="14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title" idx="2" hasCustomPrompt="1"/>
          </p:nvPr>
        </p:nvSpPr>
        <p:spPr>
          <a:xfrm>
            <a:off x="7360200" y="740525"/>
            <a:ext cx="1068000" cy="7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4" name="Google Shape;154;p16"/>
          <p:cNvSpPr txBox="1">
            <a:spLocks noGrp="1"/>
          </p:cNvSpPr>
          <p:nvPr>
            <p:ph type="subTitle" idx="1"/>
          </p:nvPr>
        </p:nvSpPr>
        <p:spPr>
          <a:xfrm>
            <a:off x="3360600" y="3296112"/>
            <a:ext cx="5067600" cy="26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1_1_1_1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6046207" y="4051474"/>
            <a:ext cx="3820479" cy="3013930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1"/>
          <p:cNvSpPr/>
          <p:nvPr/>
        </p:nvSpPr>
        <p:spPr>
          <a:xfrm rot="3600017">
            <a:off x="-1432556" y="-1870780"/>
            <a:ext cx="3519496" cy="2776489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"/>
          <p:cNvSpPr/>
          <p:nvPr/>
        </p:nvSpPr>
        <p:spPr>
          <a:xfrm rot="-2700000" flipH="1">
            <a:off x="-176359" y="1591203"/>
            <a:ext cx="582923" cy="527523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85" name="Google Shape;185;p21"/>
          <p:cNvSpPr/>
          <p:nvPr/>
        </p:nvSpPr>
        <p:spPr>
          <a:xfrm rot="6299992">
            <a:off x="7263666" y="-1262600"/>
            <a:ext cx="3519478" cy="2776474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7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"/>
          <p:cNvSpPr/>
          <p:nvPr/>
        </p:nvSpPr>
        <p:spPr>
          <a:xfrm rot="609174">
            <a:off x="6705443" y="-2598488"/>
            <a:ext cx="5416732" cy="4273196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3"/>
          <p:cNvSpPr/>
          <p:nvPr/>
        </p:nvSpPr>
        <p:spPr>
          <a:xfrm rot="8100000">
            <a:off x="-2711216" y="-1226934"/>
            <a:ext cx="5416718" cy="4273185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3"/>
          <p:cNvSpPr/>
          <p:nvPr/>
        </p:nvSpPr>
        <p:spPr>
          <a:xfrm rot="-1800003">
            <a:off x="7161154" y="3706874"/>
            <a:ext cx="3221907" cy="2541699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3"/>
          <p:cNvSpPr/>
          <p:nvPr/>
        </p:nvSpPr>
        <p:spPr>
          <a:xfrm rot="8100000" flipH="1">
            <a:off x="199655" y="4191880"/>
            <a:ext cx="407848" cy="321388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22" name="Google Shape;322;p33"/>
          <p:cNvSpPr/>
          <p:nvPr/>
        </p:nvSpPr>
        <p:spPr>
          <a:xfrm rot="8100000" flipH="1">
            <a:off x="8437829" y="1805600"/>
            <a:ext cx="1450677" cy="1143144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23" name="Google Shape;323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33"/>
          <p:cNvSpPr txBox="1">
            <a:spLocks noGrp="1"/>
          </p:cNvSpPr>
          <p:nvPr>
            <p:ph type="title" idx="2"/>
          </p:nvPr>
        </p:nvSpPr>
        <p:spPr>
          <a:xfrm>
            <a:off x="2202465" y="2408925"/>
            <a:ext cx="2003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5" name="Google Shape;325;p33"/>
          <p:cNvSpPr txBox="1">
            <a:spLocks noGrp="1"/>
          </p:cNvSpPr>
          <p:nvPr>
            <p:ph type="subTitle" idx="1"/>
          </p:nvPr>
        </p:nvSpPr>
        <p:spPr>
          <a:xfrm>
            <a:off x="2202465" y="2846693"/>
            <a:ext cx="200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33"/>
          <p:cNvSpPr txBox="1">
            <a:spLocks noGrp="1"/>
          </p:cNvSpPr>
          <p:nvPr>
            <p:ph type="title" idx="3"/>
          </p:nvPr>
        </p:nvSpPr>
        <p:spPr>
          <a:xfrm>
            <a:off x="6437263" y="1278775"/>
            <a:ext cx="2003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7" name="Google Shape;327;p33"/>
          <p:cNvSpPr txBox="1">
            <a:spLocks noGrp="1"/>
          </p:cNvSpPr>
          <p:nvPr>
            <p:ph type="subTitle" idx="4"/>
          </p:nvPr>
        </p:nvSpPr>
        <p:spPr>
          <a:xfrm>
            <a:off x="6437263" y="1716543"/>
            <a:ext cx="200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3"/>
          <p:cNvSpPr txBox="1">
            <a:spLocks noGrp="1"/>
          </p:cNvSpPr>
          <p:nvPr>
            <p:ph type="title" idx="5"/>
          </p:nvPr>
        </p:nvSpPr>
        <p:spPr>
          <a:xfrm>
            <a:off x="2202465" y="3539075"/>
            <a:ext cx="2003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subTitle" idx="6"/>
          </p:nvPr>
        </p:nvSpPr>
        <p:spPr>
          <a:xfrm>
            <a:off x="2202465" y="3976843"/>
            <a:ext cx="200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title" idx="7"/>
          </p:nvPr>
        </p:nvSpPr>
        <p:spPr>
          <a:xfrm>
            <a:off x="2202463" y="1278775"/>
            <a:ext cx="2003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subTitle" idx="8"/>
          </p:nvPr>
        </p:nvSpPr>
        <p:spPr>
          <a:xfrm>
            <a:off x="2202463" y="1716543"/>
            <a:ext cx="200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 idx="9"/>
          </p:nvPr>
        </p:nvSpPr>
        <p:spPr>
          <a:xfrm>
            <a:off x="6437266" y="2408925"/>
            <a:ext cx="2003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subTitle" idx="13"/>
          </p:nvPr>
        </p:nvSpPr>
        <p:spPr>
          <a:xfrm>
            <a:off x="6437266" y="2846693"/>
            <a:ext cx="200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title" idx="14"/>
          </p:nvPr>
        </p:nvSpPr>
        <p:spPr>
          <a:xfrm>
            <a:off x="6437266" y="3539075"/>
            <a:ext cx="2003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15"/>
          </p:nvPr>
        </p:nvSpPr>
        <p:spPr>
          <a:xfrm>
            <a:off x="6437266" y="3976843"/>
            <a:ext cx="2003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/>
          <p:nvPr/>
        </p:nvSpPr>
        <p:spPr>
          <a:xfrm rot="8100000" flipH="1">
            <a:off x="4603339" y="3374702"/>
            <a:ext cx="2814920" cy="2218237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59" name="Google Shape;359;p36"/>
          <p:cNvSpPr/>
          <p:nvPr/>
        </p:nvSpPr>
        <p:spPr>
          <a:xfrm rot="-7911159">
            <a:off x="5697577" y="-1687484"/>
            <a:ext cx="5461247" cy="4643274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6"/>
          <p:cNvSpPr/>
          <p:nvPr/>
        </p:nvSpPr>
        <p:spPr>
          <a:xfrm rot="8100000" flipH="1">
            <a:off x="-1365205" y="-843124"/>
            <a:ext cx="6070835" cy="4789209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6"/>
          <p:cNvSpPr/>
          <p:nvPr/>
        </p:nvSpPr>
        <p:spPr>
          <a:xfrm rot="2700022">
            <a:off x="415206" y="4333749"/>
            <a:ext cx="1569019" cy="1236416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62" name="Google Shape;362;p36"/>
          <p:cNvSpPr/>
          <p:nvPr/>
        </p:nvSpPr>
        <p:spPr>
          <a:xfrm rot="2700000">
            <a:off x="1474355" y="3719217"/>
            <a:ext cx="407848" cy="321388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/>
          <p:nvPr/>
        </p:nvSpPr>
        <p:spPr>
          <a:xfrm rot="-8099985" flipH="1">
            <a:off x="-1869293" y="1388423"/>
            <a:ext cx="4501573" cy="3547373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65" name="Google Shape;365;p37"/>
          <p:cNvSpPr/>
          <p:nvPr/>
        </p:nvSpPr>
        <p:spPr>
          <a:xfrm rot="-2511145">
            <a:off x="2523510" y="3121309"/>
            <a:ext cx="4444792" cy="3779066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7"/>
          <p:cNvSpPr/>
          <p:nvPr/>
        </p:nvSpPr>
        <p:spPr>
          <a:xfrm rot="-8100000" flipH="1">
            <a:off x="6040369" y="-463495"/>
            <a:ext cx="4940932" cy="3897842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7"/>
          <p:cNvSpPr/>
          <p:nvPr/>
        </p:nvSpPr>
        <p:spPr>
          <a:xfrm rot="8100027">
            <a:off x="1040508" y="199705"/>
            <a:ext cx="1276990" cy="1006289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68" name="Google Shape;368;p37"/>
          <p:cNvSpPr/>
          <p:nvPr/>
        </p:nvSpPr>
        <p:spPr>
          <a:xfrm rot="8100000">
            <a:off x="7198510" y="3530734"/>
            <a:ext cx="700242" cy="551801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69" name="Google Shape;369;p37"/>
          <p:cNvSpPr/>
          <p:nvPr/>
        </p:nvSpPr>
        <p:spPr>
          <a:xfrm rot="8100000">
            <a:off x="1636805" y="1453098"/>
            <a:ext cx="403406" cy="317882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70" name="Google Shape;370;p37"/>
          <p:cNvSpPr/>
          <p:nvPr/>
        </p:nvSpPr>
        <p:spPr>
          <a:xfrm rot="-5662294" flipH="1">
            <a:off x="2101523" y="-2552337"/>
            <a:ext cx="4940943" cy="3897852"/>
          </a:xfrm>
          <a:custGeom>
            <a:avLst/>
            <a:gdLst/>
            <a:ahLst/>
            <a:cxnLst/>
            <a:rect l="l" t="t" r="r" b="b"/>
            <a:pathLst>
              <a:path w="14561" h="11487" extrusionOk="0">
                <a:moveTo>
                  <a:pt x="11926" y="1"/>
                </a:moveTo>
                <a:cubicBezTo>
                  <a:pt x="10902" y="1"/>
                  <a:pt x="9858" y="524"/>
                  <a:pt x="9405" y="1514"/>
                </a:cubicBezTo>
                <a:cubicBezTo>
                  <a:pt x="9143" y="2104"/>
                  <a:pt x="9099" y="2803"/>
                  <a:pt x="8651" y="3284"/>
                </a:cubicBezTo>
                <a:cubicBezTo>
                  <a:pt x="8294" y="3674"/>
                  <a:pt x="7764" y="3828"/>
                  <a:pt x="7216" y="3828"/>
                </a:cubicBezTo>
                <a:cubicBezTo>
                  <a:pt x="6858" y="3828"/>
                  <a:pt x="6492" y="3763"/>
                  <a:pt x="6160" y="3655"/>
                </a:cubicBezTo>
                <a:cubicBezTo>
                  <a:pt x="5309" y="3382"/>
                  <a:pt x="4544" y="2902"/>
                  <a:pt x="3660" y="2738"/>
                </a:cubicBezTo>
                <a:cubicBezTo>
                  <a:pt x="3515" y="2711"/>
                  <a:pt x="3372" y="2698"/>
                  <a:pt x="3233" y="2698"/>
                </a:cubicBezTo>
                <a:cubicBezTo>
                  <a:pt x="1900" y="2698"/>
                  <a:pt x="835" y="3867"/>
                  <a:pt x="459" y="5053"/>
                </a:cubicBezTo>
                <a:cubicBezTo>
                  <a:pt x="0" y="6506"/>
                  <a:pt x="437" y="8133"/>
                  <a:pt x="1431" y="9303"/>
                </a:cubicBezTo>
                <a:cubicBezTo>
                  <a:pt x="2414" y="10471"/>
                  <a:pt x="3922" y="11181"/>
                  <a:pt x="5473" y="11410"/>
                </a:cubicBezTo>
                <a:cubicBezTo>
                  <a:pt x="5821" y="11461"/>
                  <a:pt x="6174" y="11487"/>
                  <a:pt x="6529" y="11487"/>
                </a:cubicBezTo>
                <a:cubicBezTo>
                  <a:pt x="7934" y="11487"/>
                  <a:pt x="9348" y="11081"/>
                  <a:pt x="10420" y="10209"/>
                </a:cubicBezTo>
                <a:cubicBezTo>
                  <a:pt x="11153" y="9608"/>
                  <a:pt x="11687" y="8778"/>
                  <a:pt x="11917" y="7871"/>
                </a:cubicBezTo>
                <a:cubicBezTo>
                  <a:pt x="12102" y="7162"/>
                  <a:pt x="11971" y="6375"/>
                  <a:pt x="12201" y="5676"/>
                </a:cubicBezTo>
                <a:cubicBezTo>
                  <a:pt x="12442" y="4955"/>
                  <a:pt x="13206" y="4660"/>
                  <a:pt x="13697" y="4125"/>
                </a:cubicBezTo>
                <a:cubicBezTo>
                  <a:pt x="14265" y="3514"/>
                  <a:pt x="14561" y="2662"/>
                  <a:pt x="14386" y="1853"/>
                </a:cubicBezTo>
                <a:cubicBezTo>
                  <a:pt x="14353" y="1722"/>
                  <a:pt x="14320" y="1591"/>
                  <a:pt x="14265" y="1471"/>
                </a:cubicBezTo>
                <a:cubicBezTo>
                  <a:pt x="13855" y="475"/>
                  <a:pt x="12900" y="1"/>
                  <a:pt x="11926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"/>
          <p:cNvSpPr/>
          <p:nvPr/>
        </p:nvSpPr>
        <p:spPr>
          <a:xfrm rot="8100000">
            <a:off x="4370292" y="635573"/>
            <a:ext cx="403406" cy="317882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373" name="Google Shape;373;p38"/>
          <p:cNvGrpSpPr/>
          <p:nvPr/>
        </p:nvGrpSpPr>
        <p:grpSpPr>
          <a:xfrm>
            <a:off x="-646975" y="-374130"/>
            <a:ext cx="10194565" cy="5800128"/>
            <a:chOff x="-646975" y="-374130"/>
            <a:chExt cx="10194565" cy="5800128"/>
          </a:xfrm>
        </p:grpSpPr>
        <p:sp>
          <p:nvSpPr>
            <p:cNvPr id="374" name="Google Shape;374;p38"/>
            <p:cNvSpPr/>
            <p:nvPr/>
          </p:nvSpPr>
          <p:spPr>
            <a:xfrm>
              <a:off x="1870840" y="-374130"/>
              <a:ext cx="5133775" cy="1145250"/>
            </a:xfrm>
            <a:custGeom>
              <a:avLst/>
              <a:gdLst/>
              <a:ahLst/>
              <a:cxnLst/>
              <a:rect l="l" t="t" r="r" b="b"/>
              <a:pathLst>
                <a:path w="205351" h="45810" extrusionOk="0">
                  <a:moveTo>
                    <a:pt x="0" y="3111"/>
                  </a:moveTo>
                  <a:cubicBezTo>
                    <a:pt x="0" y="22732"/>
                    <a:pt x="21273" y="43999"/>
                    <a:pt x="40836" y="45504"/>
                  </a:cubicBezTo>
                  <a:cubicBezTo>
                    <a:pt x="49686" y="46185"/>
                    <a:pt x="59123" y="45886"/>
                    <a:pt x="67283" y="42392"/>
                  </a:cubicBezTo>
                  <a:cubicBezTo>
                    <a:pt x="78174" y="37728"/>
                    <a:pt x="88131" y="29179"/>
                    <a:pt x="99953" y="28391"/>
                  </a:cubicBezTo>
                  <a:cubicBezTo>
                    <a:pt x="106957" y="27924"/>
                    <a:pt x="114676" y="26807"/>
                    <a:pt x="120954" y="29947"/>
                  </a:cubicBezTo>
                  <a:cubicBezTo>
                    <a:pt x="133274" y="36110"/>
                    <a:pt x="146517" y="44028"/>
                    <a:pt x="160236" y="42781"/>
                  </a:cubicBezTo>
                  <a:cubicBezTo>
                    <a:pt x="180875" y="40904"/>
                    <a:pt x="205351" y="20725"/>
                    <a:pt x="205351" y="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5" name="Google Shape;375;p38"/>
            <p:cNvSpPr/>
            <p:nvPr/>
          </p:nvSpPr>
          <p:spPr>
            <a:xfrm rot="10800000">
              <a:off x="5512892" y="3299823"/>
              <a:ext cx="4034698" cy="2126175"/>
            </a:xfrm>
            <a:custGeom>
              <a:avLst/>
              <a:gdLst/>
              <a:ahLst/>
              <a:cxnLst/>
              <a:rect l="l" t="t" r="r" b="b"/>
              <a:pathLst>
                <a:path w="189378" h="99797" extrusionOk="0">
                  <a:moveTo>
                    <a:pt x="184349" y="0"/>
                  </a:moveTo>
                  <a:cubicBezTo>
                    <a:pt x="190638" y="4194"/>
                    <a:pt x="190353" y="15949"/>
                    <a:pt x="186682" y="22557"/>
                  </a:cubicBezTo>
                  <a:cubicBezTo>
                    <a:pt x="181067" y="32666"/>
                    <a:pt x="171121" y="40277"/>
                    <a:pt x="161013" y="45893"/>
                  </a:cubicBezTo>
                  <a:cubicBezTo>
                    <a:pt x="141510" y="56730"/>
                    <a:pt x="116127" y="44557"/>
                    <a:pt x="94119" y="48226"/>
                  </a:cubicBezTo>
                  <a:cubicBezTo>
                    <a:pt x="72779" y="51783"/>
                    <a:pt x="65830" y="81543"/>
                    <a:pt x="48226" y="94119"/>
                  </a:cubicBezTo>
                  <a:cubicBezTo>
                    <a:pt x="39066" y="100662"/>
                    <a:pt x="25923" y="100378"/>
                    <a:pt x="14779" y="98786"/>
                  </a:cubicBezTo>
                  <a:cubicBezTo>
                    <a:pt x="9582" y="98043"/>
                    <a:pt x="5250" y="93341"/>
                    <a:pt x="0" y="93341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6" name="Google Shape;376;p38"/>
            <p:cNvSpPr/>
            <p:nvPr/>
          </p:nvSpPr>
          <p:spPr>
            <a:xfrm rot="10800000" flipH="1">
              <a:off x="-646975" y="3368779"/>
              <a:ext cx="3122717" cy="1988257"/>
            </a:xfrm>
            <a:custGeom>
              <a:avLst/>
              <a:gdLst/>
              <a:ahLst/>
              <a:cxnLst/>
              <a:rect l="l" t="t" r="r" b="b"/>
              <a:pathLst>
                <a:path w="28561" h="18185" extrusionOk="0">
                  <a:moveTo>
                    <a:pt x="25102" y="0"/>
                  </a:moveTo>
                  <a:lnTo>
                    <a:pt x="24933" y="121"/>
                  </a:lnTo>
                  <a:cubicBezTo>
                    <a:pt x="25885" y="1422"/>
                    <a:pt x="26873" y="2760"/>
                    <a:pt x="27476" y="4279"/>
                  </a:cubicBezTo>
                  <a:cubicBezTo>
                    <a:pt x="28343" y="6424"/>
                    <a:pt x="28223" y="8508"/>
                    <a:pt x="27162" y="10002"/>
                  </a:cubicBezTo>
                  <a:cubicBezTo>
                    <a:pt x="26449" y="11014"/>
                    <a:pt x="25363" y="11609"/>
                    <a:pt x="24228" y="11609"/>
                  </a:cubicBezTo>
                  <a:cubicBezTo>
                    <a:pt x="24174" y="11609"/>
                    <a:pt x="24120" y="11608"/>
                    <a:pt x="24066" y="11605"/>
                  </a:cubicBezTo>
                  <a:cubicBezTo>
                    <a:pt x="23343" y="11569"/>
                    <a:pt x="22439" y="11123"/>
                    <a:pt x="21487" y="10653"/>
                  </a:cubicBezTo>
                  <a:cubicBezTo>
                    <a:pt x="20378" y="10094"/>
                    <a:pt x="19146" y="9477"/>
                    <a:pt x="18004" y="9477"/>
                  </a:cubicBezTo>
                  <a:cubicBezTo>
                    <a:pt x="17670" y="9477"/>
                    <a:pt x="17342" y="9530"/>
                    <a:pt x="17028" y="9653"/>
                  </a:cubicBezTo>
                  <a:cubicBezTo>
                    <a:pt x="16172" y="9991"/>
                    <a:pt x="15510" y="10797"/>
                    <a:pt x="14991" y="12123"/>
                  </a:cubicBezTo>
                  <a:cubicBezTo>
                    <a:pt x="14847" y="12509"/>
                    <a:pt x="14726" y="12991"/>
                    <a:pt x="14582" y="13497"/>
                  </a:cubicBezTo>
                  <a:cubicBezTo>
                    <a:pt x="14100" y="15280"/>
                    <a:pt x="13497" y="17510"/>
                    <a:pt x="11545" y="17907"/>
                  </a:cubicBezTo>
                  <a:cubicBezTo>
                    <a:pt x="11328" y="17952"/>
                    <a:pt x="11119" y="17973"/>
                    <a:pt x="10919" y="17973"/>
                  </a:cubicBezTo>
                  <a:cubicBezTo>
                    <a:pt x="8852" y="17973"/>
                    <a:pt x="7638" y="15698"/>
                    <a:pt x="6363" y="13292"/>
                  </a:cubicBezTo>
                  <a:cubicBezTo>
                    <a:pt x="5036" y="10783"/>
                    <a:pt x="3672" y="8211"/>
                    <a:pt x="1209" y="8211"/>
                  </a:cubicBezTo>
                  <a:cubicBezTo>
                    <a:pt x="833" y="8211"/>
                    <a:pt x="432" y="8271"/>
                    <a:pt x="1" y="8400"/>
                  </a:cubicBezTo>
                  <a:lnTo>
                    <a:pt x="61" y="8604"/>
                  </a:lnTo>
                  <a:cubicBezTo>
                    <a:pt x="466" y="8481"/>
                    <a:pt x="843" y="8424"/>
                    <a:pt x="1198" y="8424"/>
                  </a:cubicBezTo>
                  <a:cubicBezTo>
                    <a:pt x="3550" y="8424"/>
                    <a:pt x="4884" y="10938"/>
                    <a:pt x="6183" y="13389"/>
                  </a:cubicBezTo>
                  <a:cubicBezTo>
                    <a:pt x="7436" y="15751"/>
                    <a:pt x="8725" y="18185"/>
                    <a:pt x="10931" y="18185"/>
                  </a:cubicBezTo>
                  <a:cubicBezTo>
                    <a:pt x="11148" y="18185"/>
                    <a:pt x="11365" y="18161"/>
                    <a:pt x="11593" y="18113"/>
                  </a:cubicBezTo>
                  <a:cubicBezTo>
                    <a:pt x="13666" y="17690"/>
                    <a:pt x="14281" y="15389"/>
                    <a:pt x="14787" y="13545"/>
                  </a:cubicBezTo>
                  <a:cubicBezTo>
                    <a:pt x="14919" y="13051"/>
                    <a:pt x="15052" y="12569"/>
                    <a:pt x="15184" y="12195"/>
                  </a:cubicBezTo>
                  <a:cubicBezTo>
                    <a:pt x="15679" y="10931"/>
                    <a:pt x="16305" y="10159"/>
                    <a:pt x="17112" y="9846"/>
                  </a:cubicBezTo>
                  <a:cubicBezTo>
                    <a:pt x="17404" y="9732"/>
                    <a:pt x="17708" y="9682"/>
                    <a:pt x="18021" y="9682"/>
                  </a:cubicBezTo>
                  <a:cubicBezTo>
                    <a:pt x="19091" y="9682"/>
                    <a:pt x="20264" y="10265"/>
                    <a:pt x="21402" y="10834"/>
                  </a:cubicBezTo>
                  <a:cubicBezTo>
                    <a:pt x="22366" y="11316"/>
                    <a:pt x="23282" y="11774"/>
                    <a:pt x="24066" y="11810"/>
                  </a:cubicBezTo>
                  <a:cubicBezTo>
                    <a:pt x="24122" y="11812"/>
                    <a:pt x="24177" y="11814"/>
                    <a:pt x="24233" y="11814"/>
                  </a:cubicBezTo>
                  <a:cubicBezTo>
                    <a:pt x="25426" y="11814"/>
                    <a:pt x="26571" y="11194"/>
                    <a:pt x="27331" y="10123"/>
                  </a:cubicBezTo>
                  <a:cubicBezTo>
                    <a:pt x="28440" y="8580"/>
                    <a:pt x="28560" y="6411"/>
                    <a:pt x="27668" y="4206"/>
                  </a:cubicBezTo>
                  <a:cubicBezTo>
                    <a:pt x="27054" y="2664"/>
                    <a:pt x="26066" y="1302"/>
                    <a:pt x="25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8"/>
            <p:cNvSpPr/>
            <p:nvPr/>
          </p:nvSpPr>
          <p:spPr>
            <a:xfrm>
              <a:off x="8014879" y="-175025"/>
              <a:ext cx="1494275" cy="2914475"/>
            </a:xfrm>
            <a:custGeom>
              <a:avLst/>
              <a:gdLst/>
              <a:ahLst/>
              <a:cxnLst/>
              <a:rect l="l" t="t" r="r" b="b"/>
              <a:pathLst>
                <a:path w="59771" h="116579" extrusionOk="0">
                  <a:moveTo>
                    <a:pt x="23212" y="0"/>
                  </a:moveTo>
                  <a:cubicBezTo>
                    <a:pt x="8890" y="3582"/>
                    <a:pt x="-2927" y="23793"/>
                    <a:pt x="655" y="38115"/>
                  </a:cubicBezTo>
                  <a:cubicBezTo>
                    <a:pt x="3020" y="47570"/>
                    <a:pt x="12291" y="54329"/>
                    <a:pt x="14656" y="63784"/>
                  </a:cubicBezTo>
                  <a:cubicBezTo>
                    <a:pt x="17364" y="74612"/>
                    <a:pt x="10036" y="86499"/>
                    <a:pt x="13101" y="97231"/>
                  </a:cubicBezTo>
                  <a:cubicBezTo>
                    <a:pt x="14188" y="101036"/>
                    <a:pt x="17128" y="104050"/>
                    <a:pt x="19323" y="107343"/>
                  </a:cubicBezTo>
                  <a:cubicBezTo>
                    <a:pt x="24145" y="114576"/>
                    <a:pt x="36437" y="119004"/>
                    <a:pt x="44214" y="115121"/>
                  </a:cubicBezTo>
                  <a:cubicBezTo>
                    <a:pt x="48364" y="113049"/>
                    <a:pt x="52511" y="110973"/>
                    <a:pt x="56660" y="108899"/>
                  </a:cubicBezTo>
                  <a:cubicBezTo>
                    <a:pt x="57972" y="108243"/>
                    <a:pt x="58304" y="105787"/>
                    <a:pt x="59771" y="105787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" name="Google Shape;378;p38"/>
            <p:cNvSpPr/>
            <p:nvPr/>
          </p:nvSpPr>
          <p:spPr>
            <a:xfrm rot="-6134353">
              <a:off x="-50436" y="691332"/>
              <a:ext cx="993579" cy="1181760"/>
            </a:xfrm>
            <a:custGeom>
              <a:avLst/>
              <a:gdLst/>
              <a:ahLst/>
              <a:cxnLst/>
              <a:rect l="l" t="t" r="r" b="b"/>
              <a:pathLst>
                <a:path w="39742" h="47269" extrusionOk="0">
                  <a:moveTo>
                    <a:pt x="30774" y="0"/>
                  </a:moveTo>
                  <a:cubicBezTo>
                    <a:pt x="24418" y="0"/>
                    <a:pt x="17192" y="76"/>
                    <a:pt x="12106" y="3889"/>
                  </a:cubicBezTo>
                  <a:cubicBezTo>
                    <a:pt x="7041" y="7686"/>
                    <a:pt x="3566" y="13568"/>
                    <a:pt x="1216" y="19446"/>
                  </a:cubicBezTo>
                  <a:cubicBezTo>
                    <a:pt x="-2489" y="28711"/>
                    <a:pt x="3982" y="44251"/>
                    <a:pt x="13662" y="46671"/>
                  </a:cubicBezTo>
                  <a:cubicBezTo>
                    <a:pt x="23224" y="49061"/>
                    <a:pt x="34657" y="38908"/>
                    <a:pt x="37775" y="29558"/>
                  </a:cubicBezTo>
                  <a:cubicBezTo>
                    <a:pt x="40978" y="19953"/>
                    <a:pt x="40899" y="0"/>
                    <a:pt x="30774" y="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79" name="Google Shape;379;p38"/>
          <p:cNvSpPr/>
          <p:nvPr/>
        </p:nvSpPr>
        <p:spPr>
          <a:xfrm rot="8100000">
            <a:off x="2620167" y="4451460"/>
            <a:ext cx="403406" cy="317882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8" r:id="rId4"/>
    <p:sldLayoutId id="2147483659" r:id="rId5"/>
    <p:sldLayoutId id="2147483660" r:id="rId6"/>
    <p:sldLayoutId id="2147483662" r:id="rId7"/>
    <p:sldLayoutId id="2147483667" r:id="rId8"/>
    <p:sldLayoutId id="2147483679" r:id="rId9"/>
    <p:sldLayoutId id="2147483682" r:id="rId10"/>
    <p:sldLayoutId id="2147483683" r:id="rId11"/>
    <p:sldLayoutId id="2147483684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"/>
          <p:cNvSpPr txBox="1">
            <a:spLocks noGrp="1"/>
          </p:cNvSpPr>
          <p:nvPr>
            <p:ph type="ctrTitle"/>
          </p:nvPr>
        </p:nvSpPr>
        <p:spPr>
          <a:xfrm>
            <a:off x="720000" y="1338608"/>
            <a:ext cx="6173700" cy="20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hu-HU" dirty="0"/>
              <a:t>Személyi Edző Weboldal Bemutató</a:t>
            </a:r>
            <a:endParaRPr dirty="0"/>
          </a:p>
        </p:txBody>
      </p:sp>
      <p:sp>
        <p:nvSpPr>
          <p:cNvPr id="389" name="Google Shape;389;p41"/>
          <p:cNvSpPr txBox="1">
            <a:spLocks noGrp="1"/>
          </p:cNvSpPr>
          <p:nvPr>
            <p:ph type="subTitle" idx="1"/>
          </p:nvPr>
        </p:nvSpPr>
        <p:spPr>
          <a:xfrm>
            <a:off x="719992" y="3284804"/>
            <a:ext cx="5487355" cy="8471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/>
              <a:t>Készítette: Brekovszki Szabolcs,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/>
              <a:t>Lakatos Adolf Kevin, </a:t>
            </a:r>
            <a:r>
              <a:rPr lang="hu-HU" sz="1800" dirty="0" err="1"/>
              <a:t>Banu</a:t>
            </a:r>
            <a:r>
              <a:rPr lang="hu-HU" sz="1800" dirty="0"/>
              <a:t> Máté</a:t>
            </a:r>
            <a:endParaRPr sz="1800" dirty="0"/>
          </a:p>
        </p:txBody>
      </p:sp>
      <p:cxnSp>
        <p:nvCxnSpPr>
          <p:cNvPr id="390" name="Google Shape;390;p41"/>
          <p:cNvCxnSpPr/>
          <p:nvPr/>
        </p:nvCxnSpPr>
        <p:spPr>
          <a:xfrm>
            <a:off x="796200" y="3284804"/>
            <a:ext cx="991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1" name="Google Shape;391;p41"/>
          <p:cNvGrpSpPr/>
          <p:nvPr/>
        </p:nvGrpSpPr>
        <p:grpSpPr>
          <a:xfrm>
            <a:off x="7005749" y="1594590"/>
            <a:ext cx="1313045" cy="2594616"/>
            <a:chOff x="5108548" y="1478775"/>
            <a:chExt cx="1949585" cy="3852437"/>
          </a:xfrm>
        </p:grpSpPr>
        <p:sp>
          <p:nvSpPr>
            <p:cNvPr id="392" name="Google Shape;392;p41"/>
            <p:cNvSpPr/>
            <p:nvPr/>
          </p:nvSpPr>
          <p:spPr>
            <a:xfrm>
              <a:off x="6266121" y="1564824"/>
              <a:ext cx="792011" cy="1361884"/>
            </a:xfrm>
            <a:custGeom>
              <a:avLst/>
              <a:gdLst/>
              <a:ahLst/>
              <a:cxnLst/>
              <a:rect l="l" t="t" r="r" b="b"/>
              <a:pathLst>
                <a:path w="7750" h="13326" extrusionOk="0">
                  <a:moveTo>
                    <a:pt x="2717" y="1"/>
                  </a:moveTo>
                  <a:cubicBezTo>
                    <a:pt x="1690" y="1"/>
                    <a:pt x="929" y="455"/>
                    <a:pt x="929" y="455"/>
                  </a:cubicBezTo>
                  <a:lnTo>
                    <a:pt x="1001" y="1034"/>
                  </a:lnTo>
                  <a:cubicBezTo>
                    <a:pt x="1001" y="1034"/>
                    <a:pt x="1893" y="1384"/>
                    <a:pt x="2194" y="2107"/>
                  </a:cubicBezTo>
                  <a:cubicBezTo>
                    <a:pt x="2507" y="2841"/>
                    <a:pt x="1507" y="3733"/>
                    <a:pt x="808" y="4697"/>
                  </a:cubicBezTo>
                  <a:cubicBezTo>
                    <a:pt x="121" y="5661"/>
                    <a:pt x="700" y="6504"/>
                    <a:pt x="1085" y="7155"/>
                  </a:cubicBezTo>
                  <a:cubicBezTo>
                    <a:pt x="1471" y="7818"/>
                    <a:pt x="1" y="9939"/>
                    <a:pt x="1" y="11361"/>
                  </a:cubicBezTo>
                  <a:cubicBezTo>
                    <a:pt x="1" y="12783"/>
                    <a:pt x="1423" y="13325"/>
                    <a:pt x="2387" y="13325"/>
                  </a:cubicBezTo>
                  <a:cubicBezTo>
                    <a:pt x="3351" y="13325"/>
                    <a:pt x="5123" y="12867"/>
                    <a:pt x="5664" y="11747"/>
                  </a:cubicBezTo>
                  <a:cubicBezTo>
                    <a:pt x="6207" y="10626"/>
                    <a:pt x="5399" y="10819"/>
                    <a:pt x="5785" y="10012"/>
                  </a:cubicBezTo>
                  <a:cubicBezTo>
                    <a:pt x="6170" y="9204"/>
                    <a:pt x="7749" y="8047"/>
                    <a:pt x="7134" y="6504"/>
                  </a:cubicBezTo>
                  <a:cubicBezTo>
                    <a:pt x="6508" y="4962"/>
                    <a:pt x="5243" y="4613"/>
                    <a:pt x="5364" y="3877"/>
                  </a:cubicBezTo>
                  <a:cubicBezTo>
                    <a:pt x="5471" y="3154"/>
                    <a:pt x="5929" y="1263"/>
                    <a:pt x="4242" y="371"/>
                  </a:cubicBezTo>
                  <a:cubicBezTo>
                    <a:pt x="3710" y="95"/>
                    <a:pt x="3186" y="1"/>
                    <a:pt x="2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1"/>
            <p:cNvSpPr/>
            <p:nvPr/>
          </p:nvSpPr>
          <p:spPr>
            <a:xfrm>
              <a:off x="5341350" y="1505346"/>
              <a:ext cx="1550503" cy="3825866"/>
            </a:xfrm>
            <a:custGeom>
              <a:avLst/>
              <a:gdLst/>
              <a:ahLst/>
              <a:cxnLst/>
              <a:rect l="l" t="t" r="r" b="b"/>
              <a:pathLst>
                <a:path w="15172" h="37436" extrusionOk="0">
                  <a:moveTo>
                    <a:pt x="8301" y="1"/>
                  </a:moveTo>
                  <a:cubicBezTo>
                    <a:pt x="7339" y="1"/>
                    <a:pt x="6367" y="637"/>
                    <a:pt x="6157" y="1074"/>
                  </a:cubicBezTo>
                  <a:cubicBezTo>
                    <a:pt x="5892" y="1652"/>
                    <a:pt x="6085" y="4002"/>
                    <a:pt x="6157" y="4459"/>
                  </a:cubicBezTo>
                  <a:cubicBezTo>
                    <a:pt x="6242" y="4930"/>
                    <a:pt x="6242" y="5158"/>
                    <a:pt x="6628" y="5158"/>
                  </a:cubicBezTo>
                  <a:cubicBezTo>
                    <a:pt x="7013" y="5158"/>
                    <a:pt x="7664" y="4966"/>
                    <a:pt x="7664" y="4966"/>
                  </a:cubicBezTo>
                  <a:lnTo>
                    <a:pt x="7664" y="4966"/>
                  </a:lnTo>
                  <a:cubicBezTo>
                    <a:pt x="7604" y="6050"/>
                    <a:pt x="7676" y="5689"/>
                    <a:pt x="7471" y="6243"/>
                  </a:cubicBezTo>
                  <a:cubicBezTo>
                    <a:pt x="7351" y="6545"/>
                    <a:pt x="6194" y="6665"/>
                    <a:pt x="5579" y="6737"/>
                  </a:cubicBezTo>
                  <a:cubicBezTo>
                    <a:pt x="4965" y="6821"/>
                    <a:pt x="4387" y="8015"/>
                    <a:pt x="4314" y="8931"/>
                  </a:cubicBezTo>
                  <a:cubicBezTo>
                    <a:pt x="4229" y="9858"/>
                    <a:pt x="4615" y="11473"/>
                    <a:pt x="4652" y="12136"/>
                  </a:cubicBezTo>
                  <a:cubicBezTo>
                    <a:pt x="4700" y="12787"/>
                    <a:pt x="4422" y="16185"/>
                    <a:pt x="4194" y="17064"/>
                  </a:cubicBezTo>
                  <a:cubicBezTo>
                    <a:pt x="3964" y="17956"/>
                    <a:pt x="3423" y="20149"/>
                    <a:pt x="3350" y="21728"/>
                  </a:cubicBezTo>
                  <a:cubicBezTo>
                    <a:pt x="3265" y="23306"/>
                    <a:pt x="3350" y="26777"/>
                    <a:pt x="3350" y="26777"/>
                  </a:cubicBezTo>
                  <a:cubicBezTo>
                    <a:pt x="3350" y="26777"/>
                    <a:pt x="2844" y="28356"/>
                    <a:pt x="2844" y="29585"/>
                  </a:cubicBezTo>
                  <a:cubicBezTo>
                    <a:pt x="2844" y="30826"/>
                    <a:pt x="2350" y="34911"/>
                    <a:pt x="2301" y="35177"/>
                  </a:cubicBezTo>
                  <a:cubicBezTo>
                    <a:pt x="2266" y="35453"/>
                    <a:pt x="2001" y="35755"/>
                    <a:pt x="1964" y="35876"/>
                  </a:cubicBezTo>
                  <a:cubicBezTo>
                    <a:pt x="1916" y="35984"/>
                    <a:pt x="0" y="36912"/>
                    <a:pt x="229" y="37261"/>
                  </a:cubicBezTo>
                  <a:cubicBezTo>
                    <a:pt x="311" y="37386"/>
                    <a:pt x="782" y="37435"/>
                    <a:pt x="1367" y="37435"/>
                  </a:cubicBezTo>
                  <a:cubicBezTo>
                    <a:pt x="2420" y="37435"/>
                    <a:pt x="3843" y="37275"/>
                    <a:pt x="4037" y="37105"/>
                  </a:cubicBezTo>
                  <a:cubicBezTo>
                    <a:pt x="4350" y="36840"/>
                    <a:pt x="4025" y="36189"/>
                    <a:pt x="4025" y="35731"/>
                  </a:cubicBezTo>
                  <a:cubicBezTo>
                    <a:pt x="4025" y="35260"/>
                    <a:pt x="5206" y="30320"/>
                    <a:pt x="5434" y="29055"/>
                  </a:cubicBezTo>
                  <a:cubicBezTo>
                    <a:pt x="5664" y="27778"/>
                    <a:pt x="5543" y="25548"/>
                    <a:pt x="5543" y="25548"/>
                  </a:cubicBezTo>
                  <a:cubicBezTo>
                    <a:pt x="5543" y="25548"/>
                    <a:pt x="6507" y="22572"/>
                    <a:pt x="6664" y="21801"/>
                  </a:cubicBezTo>
                  <a:cubicBezTo>
                    <a:pt x="6821" y="21041"/>
                    <a:pt x="7086" y="20535"/>
                    <a:pt x="7086" y="20535"/>
                  </a:cubicBezTo>
                  <a:lnTo>
                    <a:pt x="7929" y="20535"/>
                  </a:lnTo>
                  <a:cubicBezTo>
                    <a:pt x="7929" y="20535"/>
                    <a:pt x="8508" y="24355"/>
                    <a:pt x="8857" y="25162"/>
                  </a:cubicBezTo>
                  <a:cubicBezTo>
                    <a:pt x="9207" y="25970"/>
                    <a:pt x="9641" y="26548"/>
                    <a:pt x="9713" y="27127"/>
                  </a:cubicBezTo>
                  <a:cubicBezTo>
                    <a:pt x="9797" y="27705"/>
                    <a:pt x="10134" y="29862"/>
                    <a:pt x="10520" y="30705"/>
                  </a:cubicBezTo>
                  <a:cubicBezTo>
                    <a:pt x="10905" y="31561"/>
                    <a:pt x="11472" y="35538"/>
                    <a:pt x="11472" y="35538"/>
                  </a:cubicBezTo>
                  <a:cubicBezTo>
                    <a:pt x="11472" y="35538"/>
                    <a:pt x="11328" y="36923"/>
                    <a:pt x="11749" y="37044"/>
                  </a:cubicBezTo>
                  <a:cubicBezTo>
                    <a:pt x="12081" y="37139"/>
                    <a:pt x="13484" y="37367"/>
                    <a:pt x="14274" y="37367"/>
                  </a:cubicBezTo>
                  <a:cubicBezTo>
                    <a:pt x="14490" y="37367"/>
                    <a:pt x="14660" y="37350"/>
                    <a:pt x="14750" y="37309"/>
                  </a:cubicBezTo>
                  <a:cubicBezTo>
                    <a:pt x="15171" y="37116"/>
                    <a:pt x="12978" y="35622"/>
                    <a:pt x="12978" y="35622"/>
                  </a:cubicBezTo>
                  <a:cubicBezTo>
                    <a:pt x="12978" y="35622"/>
                    <a:pt x="12677" y="29778"/>
                    <a:pt x="12677" y="28549"/>
                  </a:cubicBezTo>
                  <a:cubicBezTo>
                    <a:pt x="12677" y="27320"/>
                    <a:pt x="11749" y="26356"/>
                    <a:pt x="11749" y="25584"/>
                  </a:cubicBezTo>
                  <a:cubicBezTo>
                    <a:pt x="11749" y="24813"/>
                    <a:pt x="11628" y="21728"/>
                    <a:pt x="11400" y="20077"/>
                  </a:cubicBezTo>
                  <a:cubicBezTo>
                    <a:pt x="11170" y="18414"/>
                    <a:pt x="10857" y="16378"/>
                    <a:pt x="10629" y="15715"/>
                  </a:cubicBezTo>
                  <a:cubicBezTo>
                    <a:pt x="10399" y="15064"/>
                    <a:pt x="10436" y="14485"/>
                    <a:pt x="10436" y="12822"/>
                  </a:cubicBezTo>
                  <a:cubicBezTo>
                    <a:pt x="10436" y="11172"/>
                    <a:pt x="11207" y="10208"/>
                    <a:pt x="11436" y="8931"/>
                  </a:cubicBezTo>
                  <a:cubicBezTo>
                    <a:pt x="11665" y="7665"/>
                    <a:pt x="10749" y="6966"/>
                    <a:pt x="10206" y="6821"/>
                  </a:cubicBezTo>
                  <a:cubicBezTo>
                    <a:pt x="9665" y="6665"/>
                    <a:pt x="9207" y="6122"/>
                    <a:pt x="9122" y="5665"/>
                  </a:cubicBezTo>
                  <a:cubicBezTo>
                    <a:pt x="9050" y="5195"/>
                    <a:pt x="9242" y="3881"/>
                    <a:pt x="9242" y="3881"/>
                  </a:cubicBezTo>
                  <a:cubicBezTo>
                    <a:pt x="9242" y="3881"/>
                    <a:pt x="10327" y="3038"/>
                    <a:pt x="10399" y="2387"/>
                  </a:cubicBezTo>
                  <a:cubicBezTo>
                    <a:pt x="10472" y="1724"/>
                    <a:pt x="10364" y="881"/>
                    <a:pt x="9207" y="230"/>
                  </a:cubicBezTo>
                  <a:cubicBezTo>
                    <a:pt x="8923" y="68"/>
                    <a:pt x="8612" y="1"/>
                    <a:pt x="8301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1"/>
            <p:cNvSpPr/>
            <p:nvPr/>
          </p:nvSpPr>
          <p:spPr>
            <a:xfrm>
              <a:off x="5679925" y="3185146"/>
              <a:ext cx="853533" cy="718142"/>
            </a:xfrm>
            <a:custGeom>
              <a:avLst/>
              <a:gdLst/>
              <a:ahLst/>
              <a:cxnLst/>
              <a:rect l="l" t="t" r="r" b="b"/>
              <a:pathLst>
                <a:path w="8352" h="7027" extrusionOk="0">
                  <a:moveTo>
                    <a:pt x="1001" y="1"/>
                  </a:moveTo>
                  <a:cubicBezTo>
                    <a:pt x="965" y="266"/>
                    <a:pt x="916" y="483"/>
                    <a:pt x="881" y="627"/>
                  </a:cubicBezTo>
                  <a:cubicBezTo>
                    <a:pt x="651" y="1519"/>
                    <a:pt x="110" y="3712"/>
                    <a:pt x="37" y="5291"/>
                  </a:cubicBezTo>
                  <a:cubicBezTo>
                    <a:pt x="25" y="5568"/>
                    <a:pt x="13" y="5894"/>
                    <a:pt x="1" y="6255"/>
                  </a:cubicBezTo>
                  <a:cubicBezTo>
                    <a:pt x="507" y="6460"/>
                    <a:pt x="1122" y="6677"/>
                    <a:pt x="1664" y="6761"/>
                  </a:cubicBezTo>
                  <a:cubicBezTo>
                    <a:pt x="1846" y="6796"/>
                    <a:pt x="2032" y="6810"/>
                    <a:pt x="2216" y="6810"/>
                  </a:cubicBezTo>
                  <a:cubicBezTo>
                    <a:pt x="2482" y="6810"/>
                    <a:pt x="2742" y="6780"/>
                    <a:pt x="2978" y="6737"/>
                  </a:cubicBezTo>
                  <a:cubicBezTo>
                    <a:pt x="3146" y="6159"/>
                    <a:pt x="3291" y="5640"/>
                    <a:pt x="3351" y="5364"/>
                  </a:cubicBezTo>
                  <a:cubicBezTo>
                    <a:pt x="3508" y="4604"/>
                    <a:pt x="3773" y="4098"/>
                    <a:pt x="3773" y="4098"/>
                  </a:cubicBezTo>
                  <a:lnTo>
                    <a:pt x="4616" y="4098"/>
                  </a:lnTo>
                  <a:cubicBezTo>
                    <a:pt x="4616" y="4098"/>
                    <a:pt x="4845" y="5592"/>
                    <a:pt x="5098" y="6906"/>
                  </a:cubicBezTo>
                  <a:cubicBezTo>
                    <a:pt x="5438" y="6976"/>
                    <a:pt x="5860" y="7026"/>
                    <a:pt x="6359" y="7026"/>
                  </a:cubicBezTo>
                  <a:cubicBezTo>
                    <a:pt x="6550" y="7026"/>
                    <a:pt x="6752" y="7019"/>
                    <a:pt x="6966" y="7002"/>
                  </a:cubicBezTo>
                  <a:cubicBezTo>
                    <a:pt x="7568" y="6966"/>
                    <a:pt x="8015" y="6869"/>
                    <a:pt x="8352" y="6761"/>
                  </a:cubicBezTo>
                  <a:cubicBezTo>
                    <a:pt x="8291" y="5677"/>
                    <a:pt x="8207" y="4472"/>
                    <a:pt x="8087" y="3640"/>
                  </a:cubicBezTo>
                  <a:cubicBezTo>
                    <a:pt x="7930" y="2507"/>
                    <a:pt x="7737" y="1218"/>
                    <a:pt x="7557" y="290"/>
                  </a:cubicBezTo>
                  <a:cubicBezTo>
                    <a:pt x="6785" y="246"/>
                    <a:pt x="5715" y="195"/>
                    <a:pt x="4704" y="195"/>
                  </a:cubicBezTo>
                  <a:cubicBezTo>
                    <a:pt x="4340" y="195"/>
                    <a:pt x="3984" y="202"/>
                    <a:pt x="3652" y="218"/>
                  </a:cubicBezTo>
                  <a:cubicBezTo>
                    <a:pt x="3467" y="227"/>
                    <a:pt x="3288" y="232"/>
                    <a:pt x="3115" y="232"/>
                  </a:cubicBezTo>
                  <a:cubicBezTo>
                    <a:pt x="2219" y="232"/>
                    <a:pt x="1496" y="112"/>
                    <a:pt x="1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1"/>
            <p:cNvSpPr/>
            <p:nvPr/>
          </p:nvSpPr>
          <p:spPr>
            <a:xfrm>
              <a:off x="6024735" y="1503404"/>
              <a:ext cx="391713" cy="431887"/>
            </a:xfrm>
            <a:custGeom>
              <a:avLst/>
              <a:gdLst/>
              <a:ahLst/>
              <a:cxnLst/>
              <a:rect l="l" t="t" r="r" b="b"/>
              <a:pathLst>
                <a:path w="3833" h="4226" extrusionOk="0">
                  <a:moveTo>
                    <a:pt x="1724" y="0"/>
                  </a:moveTo>
                  <a:cubicBezTo>
                    <a:pt x="1087" y="0"/>
                    <a:pt x="430" y="259"/>
                    <a:pt x="1" y="550"/>
                  </a:cubicBezTo>
                  <a:cubicBezTo>
                    <a:pt x="87" y="540"/>
                    <a:pt x="178" y="533"/>
                    <a:pt x="272" y="533"/>
                  </a:cubicBezTo>
                  <a:cubicBezTo>
                    <a:pt x="608" y="533"/>
                    <a:pt x="976" y="617"/>
                    <a:pt x="1278" y="900"/>
                  </a:cubicBezTo>
                  <a:cubicBezTo>
                    <a:pt x="2014" y="1599"/>
                    <a:pt x="1242" y="1936"/>
                    <a:pt x="1471" y="2213"/>
                  </a:cubicBezTo>
                  <a:cubicBezTo>
                    <a:pt x="1712" y="2478"/>
                    <a:pt x="1941" y="2828"/>
                    <a:pt x="1941" y="2828"/>
                  </a:cubicBezTo>
                  <a:cubicBezTo>
                    <a:pt x="1941" y="2828"/>
                    <a:pt x="2086" y="2540"/>
                    <a:pt x="2397" y="2540"/>
                  </a:cubicBezTo>
                  <a:cubicBezTo>
                    <a:pt x="2446" y="2540"/>
                    <a:pt x="2498" y="2547"/>
                    <a:pt x="2555" y="2563"/>
                  </a:cubicBezTo>
                  <a:cubicBezTo>
                    <a:pt x="2978" y="2671"/>
                    <a:pt x="2820" y="3370"/>
                    <a:pt x="2592" y="3527"/>
                  </a:cubicBezTo>
                  <a:cubicBezTo>
                    <a:pt x="2363" y="3672"/>
                    <a:pt x="2049" y="3707"/>
                    <a:pt x="2049" y="3707"/>
                  </a:cubicBezTo>
                  <a:cubicBezTo>
                    <a:pt x="2049" y="3707"/>
                    <a:pt x="2266" y="4009"/>
                    <a:pt x="2520" y="4226"/>
                  </a:cubicBezTo>
                  <a:cubicBezTo>
                    <a:pt x="2531" y="4033"/>
                    <a:pt x="2555" y="3900"/>
                    <a:pt x="2555" y="3900"/>
                  </a:cubicBezTo>
                  <a:cubicBezTo>
                    <a:pt x="2555" y="3900"/>
                    <a:pt x="3677" y="3057"/>
                    <a:pt x="3760" y="2406"/>
                  </a:cubicBezTo>
                  <a:cubicBezTo>
                    <a:pt x="3833" y="1743"/>
                    <a:pt x="3773" y="876"/>
                    <a:pt x="2616" y="213"/>
                  </a:cubicBezTo>
                  <a:cubicBezTo>
                    <a:pt x="2343" y="62"/>
                    <a:pt x="2036" y="0"/>
                    <a:pt x="1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1"/>
            <p:cNvSpPr/>
            <p:nvPr/>
          </p:nvSpPr>
          <p:spPr>
            <a:xfrm>
              <a:off x="5761171" y="2160526"/>
              <a:ext cx="705861" cy="1187331"/>
            </a:xfrm>
            <a:custGeom>
              <a:avLst/>
              <a:gdLst/>
              <a:ahLst/>
              <a:cxnLst/>
              <a:rect l="l" t="t" r="r" b="b"/>
              <a:pathLst>
                <a:path w="6907" h="11618" extrusionOk="0">
                  <a:moveTo>
                    <a:pt x="5448" y="1"/>
                  </a:moveTo>
                  <a:lnTo>
                    <a:pt x="5448" y="1"/>
                  </a:lnTo>
                  <a:cubicBezTo>
                    <a:pt x="5460" y="447"/>
                    <a:pt x="5508" y="1640"/>
                    <a:pt x="5592" y="2097"/>
                  </a:cubicBezTo>
                  <a:cubicBezTo>
                    <a:pt x="5713" y="2676"/>
                    <a:pt x="5713" y="3061"/>
                    <a:pt x="5713" y="3061"/>
                  </a:cubicBezTo>
                  <a:cubicBezTo>
                    <a:pt x="5713" y="3061"/>
                    <a:pt x="5158" y="3164"/>
                    <a:pt x="4380" y="3164"/>
                  </a:cubicBezTo>
                  <a:cubicBezTo>
                    <a:pt x="3798" y="3164"/>
                    <a:pt x="3091" y="3106"/>
                    <a:pt x="2399" y="2905"/>
                  </a:cubicBezTo>
                  <a:cubicBezTo>
                    <a:pt x="2399" y="2905"/>
                    <a:pt x="2472" y="1291"/>
                    <a:pt x="2556" y="784"/>
                  </a:cubicBezTo>
                  <a:cubicBezTo>
                    <a:pt x="2592" y="568"/>
                    <a:pt x="2616" y="351"/>
                    <a:pt x="2628" y="158"/>
                  </a:cubicBezTo>
                  <a:lnTo>
                    <a:pt x="2628" y="158"/>
                  </a:lnTo>
                  <a:cubicBezTo>
                    <a:pt x="2375" y="206"/>
                    <a:pt x="2086" y="254"/>
                    <a:pt x="1833" y="278"/>
                  </a:cubicBezTo>
                  <a:cubicBezTo>
                    <a:pt x="1797" y="809"/>
                    <a:pt x="1725" y="1748"/>
                    <a:pt x="1592" y="2447"/>
                  </a:cubicBezTo>
                  <a:cubicBezTo>
                    <a:pt x="1471" y="3086"/>
                    <a:pt x="857" y="4038"/>
                    <a:pt x="411" y="4689"/>
                  </a:cubicBezTo>
                  <a:cubicBezTo>
                    <a:pt x="471" y="5110"/>
                    <a:pt x="531" y="5484"/>
                    <a:pt x="544" y="5725"/>
                  </a:cubicBezTo>
                  <a:cubicBezTo>
                    <a:pt x="592" y="6376"/>
                    <a:pt x="314" y="9774"/>
                    <a:pt x="86" y="10653"/>
                  </a:cubicBezTo>
                  <a:cubicBezTo>
                    <a:pt x="62" y="10750"/>
                    <a:pt x="38" y="10859"/>
                    <a:pt x="1" y="10967"/>
                  </a:cubicBezTo>
                  <a:cubicBezTo>
                    <a:pt x="724" y="11220"/>
                    <a:pt x="2062" y="11617"/>
                    <a:pt x="3243" y="11617"/>
                  </a:cubicBezTo>
                  <a:cubicBezTo>
                    <a:pt x="4435" y="11617"/>
                    <a:pt x="6026" y="11292"/>
                    <a:pt x="6906" y="11087"/>
                  </a:cubicBezTo>
                  <a:cubicBezTo>
                    <a:pt x="6773" y="10292"/>
                    <a:pt x="6641" y="9629"/>
                    <a:pt x="6521" y="9304"/>
                  </a:cubicBezTo>
                  <a:cubicBezTo>
                    <a:pt x="6291" y="8653"/>
                    <a:pt x="6328" y="8074"/>
                    <a:pt x="6328" y="6411"/>
                  </a:cubicBezTo>
                  <a:cubicBezTo>
                    <a:pt x="6328" y="5544"/>
                    <a:pt x="6545" y="4869"/>
                    <a:pt x="6786" y="4231"/>
                  </a:cubicBezTo>
                  <a:cubicBezTo>
                    <a:pt x="6665" y="3857"/>
                    <a:pt x="6521" y="3302"/>
                    <a:pt x="6364" y="2520"/>
                  </a:cubicBezTo>
                  <a:cubicBezTo>
                    <a:pt x="6171" y="1471"/>
                    <a:pt x="6147" y="784"/>
                    <a:pt x="6159" y="423"/>
                  </a:cubicBezTo>
                  <a:cubicBezTo>
                    <a:pt x="6135" y="423"/>
                    <a:pt x="6111" y="410"/>
                    <a:pt x="6098" y="410"/>
                  </a:cubicBezTo>
                  <a:cubicBezTo>
                    <a:pt x="5857" y="338"/>
                    <a:pt x="5629" y="182"/>
                    <a:pt x="54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1"/>
            <p:cNvSpPr/>
            <p:nvPr/>
          </p:nvSpPr>
          <p:spPr>
            <a:xfrm>
              <a:off x="6384362" y="2202018"/>
              <a:ext cx="555532" cy="1512523"/>
            </a:xfrm>
            <a:custGeom>
              <a:avLst/>
              <a:gdLst/>
              <a:ahLst/>
              <a:cxnLst/>
              <a:rect l="l" t="t" r="r" b="b"/>
              <a:pathLst>
                <a:path w="5436" h="14800" extrusionOk="0">
                  <a:moveTo>
                    <a:pt x="186" y="0"/>
                  </a:moveTo>
                  <a:cubicBezTo>
                    <a:pt x="70" y="0"/>
                    <a:pt x="0" y="4"/>
                    <a:pt x="0" y="4"/>
                  </a:cubicBezTo>
                  <a:lnTo>
                    <a:pt x="699" y="3354"/>
                  </a:lnTo>
                  <a:cubicBezTo>
                    <a:pt x="699" y="3354"/>
                    <a:pt x="1001" y="4005"/>
                    <a:pt x="1194" y="4391"/>
                  </a:cubicBezTo>
                  <a:cubicBezTo>
                    <a:pt x="1387" y="4776"/>
                    <a:pt x="2001" y="6584"/>
                    <a:pt x="2194" y="7090"/>
                  </a:cubicBezTo>
                  <a:cubicBezTo>
                    <a:pt x="2386" y="7585"/>
                    <a:pt x="2700" y="8440"/>
                    <a:pt x="3194" y="9283"/>
                  </a:cubicBezTo>
                  <a:cubicBezTo>
                    <a:pt x="3700" y="10139"/>
                    <a:pt x="4242" y="11561"/>
                    <a:pt x="4242" y="11561"/>
                  </a:cubicBezTo>
                  <a:cubicBezTo>
                    <a:pt x="4242" y="11561"/>
                    <a:pt x="3929" y="12103"/>
                    <a:pt x="3893" y="12525"/>
                  </a:cubicBezTo>
                  <a:cubicBezTo>
                    <a:pt x="3857" y="12947"/>
                    <a:pt x="3893" y="13297"/>
                    <a:pt x="3893" y="13682"/>
                  </a:cubicBezTo>
                  <a:cubicBezTo>
                    <a:pt x="3893" y="13829"/>
                    <a:pt x="3926" y="13875"/>
                    <a:pt x="3967" y="13875"/>
                  </a:cubicBezTo>
                  <a:cubicBezTo>
                    <a:pt x="4034" y="13875"/>
                    <a:pt x="4122" y="13754"/>
                    <a:pt x="4122" y="13754"/>
                  </a:cubicBezTo>
                  <a:lnTo>
                    <a:pt x="4314" y="12947"/>
                  </a:lnTo>
                  <a:cubicBezTo>
                    <a:pt x="4314" y="12947"/>
                    <a:pt x="4544" y="13176"/>
                    <a:pt x="4628" y="13489"/>
                  </a:cubicBezTo>
                  <a:cubicBezTo>
                    <a:pt x="4700" y="13790"/>
                    <a:pt x="4544" y="14489"/>
                    <a:pt x="4628" y="14754"/>
                  </a:cubicBezTo>
                  <a:cubicBezTo>
                    <a:pt x="4636" y="14785"/>
                    <a:pt x="4651" y="14800"/>
                    <a:pt x="4673" y="14800"/>
                  </a:cubicBezTo>
                  <a:cubicBezTo>
                    <a:pt x="4839" y="14800"/>
                    <a:pt x="5356" y="13906"/>
                    <a:pt x="5399" y="13297"/>
                  </a:cubicBezTo>
                  <a:cubicBezTo>
                    <a:pt x="5436" y="12598"/>
                    <a:pt x="5086" y="10175"/>
                    <a:pt x="4700" y="9090"/>
                  </a:cubicBezTo>
                  <a:cubicBezTo>
                    <a:pt x="4314" y="8018"/>
                    <a:pt x="4014" y="7162"/>
                    <a:pt x="3700" y="6669"/>
                  </a:cubicBezTo>
                  <a:cubicBezTo>
                    <a:pt x="3387" y="6163"/>
                    <a:pt x="2579" y="3234"/>
                    <a:pt x="2423" y="2692"/>
                  </a:cubicBezTo>
                  <a:cubicBezTo>
                    <a:pt x="2278" y="2162"/>
                    <a:pt x="2700" y="1077"/>
                    <a:pt x="2037" y="499"/>
                  </a:cubicBezTo>
                  <a:cubicBezTo>
                    <a:pt x="1533" y="51"/>
                    <a:pt x="587" y="0"/>
                    <a:pt x="186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1"/>
            <p:cNvSpPr/>
            <p:nvPr/>
          </p:nvSpPr>
          <p:spPr>
            <a:xfrm>
              <a:off x="5108548" y="1733244"/>
              <a:ext cx="822670" cy="862138"/>
            </a:xfrm>
            <a:custGeom>
              <a:avLst/>
              <a:gdLst/>
              <a:ahLst/>
              <a:cxnLst/>
              <a:rect l="l" t="t" r="r" b="b"/>
              <a:pathLst>
                <a:path w="8050" h="8436" extrusionOk="0">
                  <a:moveTo>
                    <a:pt x="2772" y="1"/>
                  </a:moveTo>
                  <a:cubicBezTo>
                    <a:pt x="2772" y="1"/>
                    <a:pt x="1808" y="2001"/>
                    <a:pt x="1700" y="2615"/>
                  </a:cubicBezTo>
                  <a:cubicBezTo>
                    <a:pt x="1579" y="3242"/>
                    <a:pt x="579" y="5507"/>
                    <a:pt x="458" y="6170"/>
                  </a:cubicBezTo>
                  <a:cubicBezTo>
                    <a:pt x="350" y="6821"/>
                    <a:pt x="0" y="7858"/>
                    <a:pt x="302" y="8050"/>
                  </a:cubicBezTo>
                  <a:cubicBezTo>
                    <a:pt x="351" y="8080"/>
                    <a:pt x="438" y="8094"/>
                    <a:pt x="556" y="8094"/>
                  </a:cubicBezTo>
                  <a:cubicBezTo>
                    <a:pt x="1197" y="8094"/>
                    <a:pt x="2729" y="7700"/>
                    <a:pt x="3736" y="7435"/>
                  </a:cubicBezTo>
                  <a:cubicBezTo>
                    <a:pt x="4929" y="7134"/>
                    <a:pt x="6122" y="6942"/>
                    <a:pt x="6122" y="6942"/>
                  </a:cubicBezTo>
                  <a:lnTo>
                    <a:pt x="6893" y="8436"/>
                  </a:lnTo>
                  <a:lnTo>
                    <a:pt x="8050" y="4628"/>
                  </a:lnTo>
                  <a:cubicBezTo>
                    <a:pt x="8050" y="4628"/>
                    <a:pt x="7670" y="4428"/>
                    <a:pt x="7169" y="4428"/>
                  </a:cubicBezTo>
                  <a:cubicBezTo>
                    <a:pt x="6974" y="4428"/>
                    <a:pt x="6760" y="4459"/>
                    <a:pt x="6544" y="4543"/>
                  </a:cubicBezTo>
                  <a:cubicBezTo>
                    <a:pt x="5784" y="4856"/>
                    <a:pt x="5821" y="4856"/>
                    <a:pt x="5158" y="5122"/>
                  </a:cubicBezTo>
                  <a:cubicBezTo>
                    <a:pt x="4507" y="5399"/>
                    <a:pt x="2193" y="6013"/>
                    <a:pt x="2193" y="6013"/>
                  </a:cubicBezTo>
                  <a:cubicBezTo>
                    <a:pt x="2193" y="6013"/>
                    <a:pt x="2929" y="3049"/>
                    <a:pt x="2965" y="2663"/>
                  </a:cubicBezTo>
                  <a:cubicBezTo>
                    <a:pt x="3001" y="2278"/>
                    <a:pt x="4520" y="1217"/>
                    <a:pt x="4640" y="1061"/>
                  </a:cubicBezTo>
                  <a:cubicBezTo>
                    <a:pt x="4748" y="916"/>
                    <a:pt x="4459" y="470"/>
                    <a:pt x="4459" y="470"/>
                  </a:cubicBezTo>
                  <a:lnTo>
                    <a:pt x="2772" y="1"/>
                  </a:ln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1"/>
            <p:cNvSpPr/>
            <p:nvPr/>
          </p:nvSpPr>
          <p:spPr>
            <a:xfrm>
              <a:off x="5689736" y="1619908"/>
              <a:ext cx="183644" cy="407155"/>
            </a:xfrm>
            <a:custGeom>
              <a:avLst/>
              <a:gdLst/>
              <a:ahLst/>
              <a:cxnLst/>
              <a:rect l="l" t="t" r="r" b="b"/>
              <a:pathLst>
                <a:path w="1797" h="3984" extrusionOk="0">
                  <a:moveTo>
                    <a:pt x="929" y="1"/>
                  </a:moveTo>
                  <a:lnTo>
                    <a:pt x="869" y="266"/>
                  </a:lnTo>
                  <a:cubicBezTo>
                    <a:pt x="592" y="555"/>
                    <a:pt x="327" y="1145"/>
                    <a:pt x="158" y="1857"/>
                  </a:cubicBezTo>
                  <a:cubicBezTo>
                    <a:pt x="1" y="2567"/>
                    <a:pt x="1" y="3230"/>
                    <a:pt x="134" y="3616"/>
                  </a:cubicBezTo>
                  <a:lnTo>
                    <a:pt x="62" y="3917"/>
                  </a:lnTo>
                  <a:lnTo>
                    <a:pt x="423" y="3978"/>
                  </a:lnTo>
                  <a:cubicBezTo>
                    <a:pt x="442" y="3982"/>
                    <a:pt x="460" y="3984"/>
                    <a:pt x="479" y="3984"/>
                  </a:cubicBezTo>
                  <a:cubicBezTo>
                    <a:pt x="857" y="3984"/>
                    <a:pt x="1326" y="3203"/>
                    <a:pt x="1556" y="2170"/>
                  </a:cubicBezTo>
                  <a:cubicBezTo>
                    <a:pt x="1797" y="1086"/>
                    <a:pt x="1676" y="146"/>
                    <a:pt x="1291" y="61"/>
                  </a:cubicBez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1"/>
            <p:cNvSpPr/>
            <p:nvPr/>
          </p:nvSpPr>
          <p:spPr>
            <a:xfrm>
              <a:off x="5645485" y="1619295"/>
              <a:ext cx="191002" cy="401534"/>
            </a:xfrm>
            <a:custGeom>
              <a:avLst/>
              <a:gdLst/>
              <a:ahLst/>
              <a:cxnLst/>
              <a:rect l="l" t="t" r="r" b="b"/>
              <a:pathLst>
                <a:path w="1869" h="3929" extrusionOk="0">
                  <a:moveTo>
                    <a:pt x="1306" y="1"/>
                  </a:moveTo>
                  <a:cubicBezTo>
                    <a:pt x="928" y="1"/>
                    <a:pt x="459" y="782"/>
                    <a:pt x="230" y="1815"/>
                  </a:cubicBezTo>
                  <a:cubicBezTo>
                    <a:pt x="0" y="2887"/>
                    <a:pt x="109" y="3839"/>
                    <a:pt x="495" y="3923"/>
                  </a:cubicBezTo>
                  <a:cubicBezTo>
                    <a:pt x="513" y="3927"/>
                    <a:pt x="532" y="3929"/>
                    <a:pt x="551" y="3929"/>
                  </a:cubicBezTo>
                  <a:cubicBezTo>
                    <a:pt x="929" y="3929"/>
                    <a:pt x="1398" y="3147"/>
                    <a:pt x="1627" y="2115"/>
                  </a:cubicBezTo>
                  <a:cubicBezTo>
                    <a:pt x="1868" y="1031"/>
                    <a:pt x="1748" y="91"/>
                    <a:pt x="1362" y="7"/>
                  </a:cubicBezTo>
                  <a:cubicBezTo>
                    <a:pt x="1344" y="3"/>
                    <a:pt x="1325" y="1"/>
                    <a:pt x="1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1"/>
            <p:cNvSpPr/>
            <p:nvPr/>
          </p:nvSpPr>
          <p:spPr>
            <a:xfrm>
              <a:off x="5243957" y="1684292"/>
              <a:ext cx="512406" cy="154931"/>
            </a:xfrm>
            <a:custGeom>
              <a:avLst/>
              <a:gdLst/>
              <a:ahLst/>
              <a:cxnLst/>
              <a:rect l="l" t="t" r="r" b="b"/>
              <a:pathLst>
                <a:path w="5014" h="1516" extrusionOk="0">
                  <a:moveTo>
                    <a:pt x="257" y="1"/>
                  </a:moveTo>
                  <a:cubicBezTo>
                    <a:pt x="155" y="1"/>
                    <a:pt x="56" y="78"/>
                    <a:pt x="25" y="190"/>
                  </a:cubicBezTo>
                  <a:cubicBezTo>
                    <a:pt x="1" y="311"/>
                    <a:pt x="86" y="443"/>
                    <a:pt x="206" y="480"/>
                  </a:cubicBezTo>
                  <a:lnTo>
                    <a:pt x="4689" y="1516"/>
                  </a:lnTo>
                  <a:lnTo>
                    <a:pt x="4749" y="1516"/>
                  </a:lnTo>
                  <a:cubicBezTo>
                    <a:pt x="4858" y="1516"/>
                    <a:pt x="4954" y="1444"/>
                    <a:pt x="4978" y="1335"/>
                  </a:cubicBezTo>
                  <a:cubicBezTo>
                    <a:pt x="5014" y="1203"/>
                    <a:pt x="4930" y="1070"/>
                    <a:pt x="4797" y="1046"/>
                  </a:cubicBezTo>
                  <a:lnTo>
                    <a:pt x="314" y="9"/>
                  </a:lnTo>
                  <a:cubicBezTo>
                    <a:pt x="295" y="4"/>
                    <a:pt x="276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1"/>
            <p:cNvSpPr/>
            <p:nvPr/>
          </p:nvSpPr>
          <p:spPr>
            <a:xfrm>
              <a:off x="5380696" y="1686029"/>
              <a:ext cx="207047" cy="126112"/>
            </a:xfrm>
            <a:custGeom>
              <a:avLst/>
              <a:gdLst/>
              <a:ahLst/>
              <a:cxnLst/>
              <a:rect l="l" t="t" r="r" b="b"/>
              <a:pathLst>
                <a:path w="2026" h="1234" extrusionOk="0">
                  <a:moveTo>
                    <a:pt x="252" y="0"/>
                  </a:moveTo>
                  <a:cubicBezTo>
                    <a:pt x="170" y="0"/>
                    <a:pt x="96" y="66"/>
                    <a:pt x="85" y="149"/>
                  </a:cubicBezTo>
                  <a:lnTo>
                    <a:pt x="1" y="1004"/>
                  </a:lnTo>
                  <a:lnTo>
                    <a:pt x="1881" y="1234"/>
                  </a:lnTo>
                  <a:lnTo>
                    <a:pt x="2013" y="583"/>
                  </a:lnTo>
                  <a:cubicBezTo>
                    <a:pt x="2025" y="487"/>
                    <a:pt x="1965" y="402"/>
                    <a:pt x="1881" y="390"/>
                  </a:cubicBezTo>
                  <a:lnTo>
                    <a:pt x="290" y="5"/>
                  </a:lnTo>
                  <a:cubicBezTo>
                    <a:pt x="277" y="2"/>
                    <a:pt x="265" y="0"/>
                    <a:pt x="252" y="0"/>
                  </a:cubicBezTo>
                  <a:close/>
                </a:path>
              </a:pathLst>
            </a:custGeom>
            <a:solidFill>
              <a:srgbClr val="F2C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5434962" y="1790065"/>
              <a:ext cx="200711" cy="139806"/>
            </a:xfrm>
            <a:custGeom>
              <a:avLst/>
              <a:gdLst/>
              <a:ahLst/>
              <a:cxnLst/>
              <a:rect l="l" t="t" r="r" b="b"/>
              <a:pathLst>
                <a:path w="1964" h="1368" extrusionOk="0">
                  <a:moveTo>
                    <a:pt x="963" y="1"/>
                  </a:moveTo>
                  <a:cubicBezTo>
                    <a:pt x="841" y="1"/>
                    <a:pt x="761" y="28"/>
                    <a:pt x="771" y="95"/>
                  </a:cubicBezTo>
                  <a:cubicBezTo>
                    <a:pt x="807" y="336"/>
                    <a:pt x="1120" y="409"/>
                    <a:pt x="1120" y="409"/>
                  </a:cubicBezTo>
                  <a:cubicBezTo>
                    <a:pt x="1120" y="409"/>
                    <a:pt x="469" y="529"/>
                    <a:pt x="228" y="637"/>
                  </a:cubicBezTo>
                  <a:cubicBezTo>
                    <a:pt x="0" y="758"/>
                    <a:pt x="0" y="1023"/>
                    <a:pt x="0" y="1023"/>
                  </a:cubicBezTo>
                  <a:lnTo>
                    <a:pt x="277" y="1336"/>
                  </a:lnTo>
                  <a:cubicBezTo>
                    <a:pt x="267" y="1358"/>
                    <a:pt x="309" y="1367"/>
                    <a:pt x="383" y="1367"/>
                  </a:cubicBezTo>
                  <a:cubicBezTo>
                    <a:pt x="590" y="1367"/>
                    <a:pt x="1049" y="1296"/>
                    <a:pt x="1326" y="1252"/>
                  </a:cubicBezTo>
                  <a:cubicBezTo>
                    <a:pt x="1470" y="1228"/>
                    <a:pt x="1602" y="1143"/>
                    <a:pt x="1675" y="1011"/>
                  </a:cubicBezTo>
                  <a:cubicBezTo>
                    <a:pt x="1795" y="806"/>
                    <a:pt x="1964" y="481"/>
                    <a:pt x="1891" y="336"/>
                  </a:cubicBezTo>
                  <a:cubicBezTo>
                    <a:pt x="1806" y="166"/>
                    <a:pt x="1261" y="1"/>
                    <a:pt x="963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1"/>
            <p:cNvSpPr/>
            <p:nvPr/>
          </p:nvSpPr>
          <p:spPr>
            <a:xfrm>
              <a:off x="5170070" y="1479593"/>
              <a:ext cx="194681" cy="430558"/>
            </a:xfrm>
            <a:custGeom>
              <a:avLst/>
              <a:gdLst/>
              <a:ahLst/>
              <a:cxnLst/>
              <a:rect l="l" t="t" r="r" b="b"/>
              <a:pathLst>
                <a:path w="1905" h="4213" extrusionOk="0">
                  <a:moveTo>
                    <a:pt x="989" y="0"/>
                  </a:moveTo>
                  <a:lnTo>
                    <a:pt x="929" y="277"/>
                  </a:lnTo>
                  <a:cubicBezTo>
                    <a:pt x="627" y="590"/>
                    <a:pt x="338" y="1217"/>
                    <a:pt x="169" y="1976"/>
                  </a:cubicBezTo>
                  <a:cubicBezTo>
                    <a:pt x="13" y="2724"/>
                    <a:pt x="1" y="3423"/>
                    <a:pt x="145" y="3832"/>
                  </a:cubicBezTo>
                  <a:lnTo>
                    <a:pt x="73" y="4146"/>
                  </a:lnTo>
                  <a:lnTo>
                    <a:pt x="459" y="4205"/>
                  </a:lnTo>
                  <a:cubicBezTo>
                    <a:pt x="479" y="4210"/>
                    <a:pt x="500" y="4213"/>
                    <a:pt x="521" y="4213"/>
                  </a:cubicBezTo>
                  <a:cubicBezTo>
                    <a:pt x="912" y="4213"/>
                    <a:pt x="1412" y="3388"/>
                    <a:pt x="1652" y="2301"/>
                  </a:cubicBezTo>
                  <a:cubicBezTo>
                    <a:pt x="1905" y="1157"/>
                    <a:pt x="1784" y="145"/>
                    <a:pt x="1374" y="60"/>
                  </a:cubicBez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1"/>
            <p:cNvSpPr/>
            <p:nvPr/>
          </p:nvSpPr>
          <p:spPr>
            <a:xfrm>
              <a:off x="5122140" y="1478775"/>
              <a:ext cx="203266" cy="425244"/>
            </a:xfrm>
            <a:custGeom>
              <a:avLst/>
              <a:gdLst/>
              <a:ahLst/>
              <a:cxnLst/>
              <a:rect l="l" t="t" r="r" b="b"/>
              <a:pathLst>
                <a:path w="1989" h="4161" extrusionOk="0">
                  <a:moveTo>
                    <a:pt x="1394" y="1"/>
                  </a:moveTo>
                  <a:cubicBezTo>
                    <a:pt x="994" y="1"/>
                    <a:pt x="504" y="826"/>
                    <a:pt x="253" y="1912"/>
                  </a:cubicBezTo>
                  <a:cubicBezTo>
                    <a:pt x="0" y="3069"/>
                    <a:pt x="132" y="4069"/>
                    <a:pt x="542" y="4154"/>
                  </a:cubicBezTo>
                  <a:cubicBezTo>
                    <a:pt x="563" y="4159"/>
                    <a:pt x="585" y="4161"/>
                    <a:pt x="606" y="4161"/>
                  </a:cubicBezTo>
                  <a:cubicBezTo>
                    <a:pt x="1006" y="4161"/>
                    <a:pt x="1495" y="3335"/>
                    <a:pt x="1735" y="2250"/>
                  </a:cubicBezTo>
                  <a:cubicBezTo>
                    <a:pt x="1988" y="1093"/>
                    <a:pt x="1868" y="92"/>
                    <a:pt x="1458" y="8"/>
                  </a:cubicBezTo>
                  <a:cubicBezTo>
                    <a:pt x="1437" y="3"/>
                    <a:pt x="1415" y="1"/>
                    <a:pt x="1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1"/>
            <p:cNvSpPr/>
            <p:nvPr/>
          </p:nvSpPr>
          <p:spPr>
            <a:xfrm>
              <a:off x="5204612" y="1650465"/>
              <a:ext cx="39447" cy="81860"/>
            </a:xfrm>
            <a:custGeom>
              <a:avLst/>
              <a:gdLst/>
              <a:ahLst/>
              <a:cxnLst/>
              <a:rect l="l" t="t" r="r" b="b"/>
              <a:pathLst>
                <a:path w="386" h="801" extrusionOk="0">
                  <a:moveTo>
                    <a:pt x="263" y="0"/>
                  </a:moveTo>
                  <a:cubicBezTo>
                    <a:pt x="192" y="0"/>
                    <a:pt x="93" y="161"/>
                    <a:pt x="48" y="364"/>
                  </a:cubicBezTo>
                  <a:cubicBezTo>
                    <a:pt x="0" y="594"/>
                    <a:pt x="24" y="787"/>
                    <a:pt x="97" y="798"/>
                  </a:cubicBezTo>
                  <a:cubicBezTo>
                    <a:pt x="102" y="800"/>
                    <a:pt x="107" y="800"/>
                    <a:pt x="113" y="800"/>
                  </a:cubicBezTo>
                  <a:cubicBezTo>
                    <a:pt x="195" y="800"/>
                    <a:pt x="292" y="640"/>
                    <a:pt x="338" y="437"/>
                  </a:cubicBezTo>
                  <a:cubicBezTo>
                    <a:pt x="386" y="208"/>
                    <a:pt x="362" y="15"/>
                    <a:pt x="278" y="3"/>
                  </a:cubicBezTo>
                  <a:cubicBezTo>
                    <a:pt x="273" y="1"/>
                    <a:pt x="268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1"/>
            <p:cNvSpPr/>
            <p:nvPr/>
          </p:nvSpPr>
          <p:spPr>
            <a:xfrm>
              <a:off x="5341350" y="5121663"/>
              <a:ext cx="442096" cy="209505"/>
            </a:xfrm>
            <a:custGeom>
              <a:avLst/>
              <a:gdLst/>
              <a:ahLst/>
              <a:cxnLst/>
              <a:rect l="l" t="t" r="r" b="b"/>
              <a:pathLst>
                <a:path w="4326" h="2050" extrusionOk="0">
                  <a:moveTo>
                    <a:pt x="2446" y="0"/>
                  </a:moveTo>
                  <a:cubicBezTo>
                    <a:pt x="2220" y="0"/>
                    <a:pt x="1964" y="490"/>
                    <a:pt x="1964" y="490"/>
                  </a:cubicBezTo>
                  <a:cubicBezTo>
                    <a:pt x="1916" y="598"/>
                    <a:pt x="0" y="1526"/>
                    <a:pt x="229" y="1875"/>
                  </a:cubicBezTo>
                  <a:cubicBezTo>
                    <a:pt x="311" y="2000"/>
                    <a:pt x="782" y="2049"/>
                    <a:pt x="1367" y="2049"/>
                  </a:cubicBezTo>
                  <a:cubicBezTo>
                    <a:pt x="2420" y="2049"/>
                    <a:pt x="3843" y="1889"/>
                    <a:pt x="4037" y="1719"/>
                  </a:cubicBezTo>
                  <a:cubicBezTo>
                    <a:pt x="4326" y="1465"/>
                    <a:pt x="4073" y="899"/>
                    <a:pt x="4025" y="453"/>
                  </a:cubicBezTo>
                  <a:cubicBezTo>
                    <a:pt x="3471" y="670"/>
                    <a:pt x="2880" y="670"/>
                    <a:pt x="2880" y="670"/>
                  </a:cubicBezTo>
                  <a:lnTo>
                    <a:pt x="2832" y="490"/>
                  </a:lnTo>
                  <a:lnTo>
                    <a:pt x="2603" y="104"/>
                  </a:lnTo>
                  <a:cubicBezTo>
                    <a:pt x="2555" y="30"/>
                    <a:pt x="2502" y="0"/>
                    <a:pt x="2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1"/>
            <p:cNvSpPr/>
            <p:nvPr/>
          </p:nvSpPr>
          <p:spPr>
            <a:xfrm>
              <a:off x="6509961" y="5139138"/>
              <a:ext cx="381903" cy="185080"/>
            </a:xfrm>
            <a:custGeom>
              <a:avLst/>
              <a:gdLst/>
              <a:ahLst/>
              <a:cxnLst/>
              <a:rect l="l" t="t" r="r" b="b"/>
              <a:pathLst>
                <a:path w="3737" h="1811" extrusionOk="0">
                  <a:moveTo>
                    <a:pt x="1374" y="0"/>
                  </a:moveTo>
                  <a:cubicBezTo>
                    <a:pt x="1317" y="0"/>
                    <a:pt x="1257" y="29"/>
                    <a:pt x="1218" y="126"/>
                  </a:cubicBezTo>
                  <a:cubicBezTo>
                    <a:pt x="1122" y="354"/>
                    <a:pt x="1074" y="499"/>
                    <a:pt x="1074" y="499"/>
                  </a:cubicBezTo>
                  <a:cubicBezTo>
                    <a:pt x="1074" y="499"/>
                    <a:pt x="447" y="378"/>
                    <a:pt x="25" y="258"/>
                  </a:cubicBezTo>
                  <a:lnTo>
                    <a:pt x="25" y="258"/>
                  </a:lnTo>
                  <a:cubicBezTo>
                    <a:pt x="1" y="668"/>
                    <a:pt x="13" y="1403"/>
                    <a:pt x="314" y="1487"/>
                  </a:cubicBezTo>
                  <a:cubicBezTo>
                    <a:pt x="646" y="1582"/>
                    <a:pt x="2049" y="1810"/>
                    <a:pt x="2839" y="1810"/>
                  </a:cubicBezTo>
                  <a:cubicBezTo>
                    <a:pt x="3055" y="1810"/>
                    <a:pt x="3225" y="1793"/>
                    <a:pt x="3315" y="1752"/>
                  </a:cubicBezTo>
                  <a:cubicBezTo>
                    <a:pt x="3736" y="1559"/>
                    <a:pt x="1543" y="65"/>
                    <a:pt x="1543" y="65"/>
                  </a:cubicBezTo>
                  <a:cubicBezTo>
                    <a:pt x="1543" y="65"/>
                    <a:pt x="1461" y="0"/>
                    <a:pt x="1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"/>
          <p:cNvSpPr txBox="1">
            <a:spLocks noGrp="1"/>
          </p:cNvSpPr>
          <p:nvPr>
            <p:ph type="title"/>
          </p:nvPr>
        </p:nvSpPr>
        <p:spPr>
          <a:xfrm>
            <a:off x="595356" y="74320"/>
            <a:ext cx="7704000" cy="9389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hu-HU" dirty="0"/>
              <a:t>Miért készült a rendszer? Milyen valós problémára ad választ?</a:t>
            </a:r>
            <a:endParaRPr dirty="0"/>
          </a:p>
        </p:txBody>
      </p:sp>
      <p:sp>
        <p:nvSpPr>
          <p:cNvPr id="415" name="Google Shape;415;p42"/>
          <p:cNvSpPr txBox="1">
            <a:spLocks noGrp="1"/>
          </p:cNvSpPr>
          <p:nvPr>
            <p:ph type="body" idx="1"/>
          </p:nvPr>
        </p:nvSpPr>
        <p:spPr>
          <a:xfrm>
            <a:off x="311130" y="951087"/>
            <a:ext cx="8636394" cy="41516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hu-HU" sz="2800" dirty="0"/>
              <a:t>A projekt célja egy olyan platform létrehozása volt, amely támogatja a felhasználókat a személyi edzésben és az egészséges életmód fenntartásában. Sok ember számára nehézséget jelent az edzések követése, a fejlődés mérése, valamint a megfelelő edzésterv kiválasztása. A rendszer egy központi, könnyen kezelhető felületen oldja meg ezeket a problémákat, személyre szabott edzéstervekkel és átlátható naplózási lehetőségekkel.</a:t>
            </a:r>
            <a:endParaRPr sz="2800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grpSp>
        <p:nvGrpSpPr>
          <p:cNvPr id="2" name="Google Shape;650;p49">
            <a:extLst>
              <a:ext uri="{FF2B5EF4-FFF2-40B4-BE49-F238E27FC236}">
                <a16:creationId xmlns:a16="http://schemas.microsoft.com/office/drawing/2014/main" id="{2F6C3E49-84DE-5458-6539-7A9E304833A3}"/>
              </a:ext>
            </a:extLst>
          </p:cNvPr>
          <p:cNvGrpSpPr/>
          <p:nvPr/>
        </p:nvGrpSpPr>
        <p:grpSpPr>
          <a:xfrm rot="-1800379">
            <a:off x="224810" y="194969"/>
            <a:ext cx="906349" cy="472442"/>
            <a:chOff x="3977350" y="4171200"/>
            <a:chExt cx="1650623" cy="860400"/>
          </a:xfrm>
        </p:grpSpPr>
        <p:sp>
          <p:nvSpPr>
            <p:cNvPr id="3" name="Google Shape;651;p49">
              <a:extLst>
                <a:ext uri="{FF2B5EF4-FFF2-40B4-BE49-F238E27FC236}">
                  <a16:creationId xmlns:a16="http://schemas.microsoft.com/office/drawing/2014/main" id="{D57FA1D1-D104-3106-9EDD-99A855B5A13D}"/>
                </a:ext>
              </a:extLst>
            </p:cNvPr>
            <p:cNvSpPr/>
            <p:nvPr/>
          </p:nvSpPr>
          <p:spPr>
            <a:xfrm>
              <a:off x="4132968" y="4425092"/>
              <a:ext cx="1259328" cy="339573"/>
            </a:xfrm>
            <a:custGeom>
              <a:avLst/>
              <a:gdLst/>
              <a:ahLst/>
              <a:cxnLst/>
              <a:rect l="l" t="t" r="r" b="b"/>
              <a:pathLst>
                <a:path w="5600" h="1510" extrusionOk="0">
                  <a:moveTo>
                    <a:pt x="0" y="1"/>
                  </a:moveTo>
                  <a:lnTo>
                    <a:pt x="0" y="1510"/>
                  </a:lnTo>
                  <a:lnTo>
                    <a:pt x="5600" y="1510"/>
                  </a:lnTo>
                  <a:lnTo>
                    <a:pt x="5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52;p49">
              <a:extLst>
                <a:ext uri="{FF2B5EF4-FFF2-40B4-BE49-F238E27FC236}">
                  <a16:creationId xmlns:a16="http://schemas.microsoft.com/office/drawing/2014/main" id="{C724E816-E968-CC06-4315-862C42FD40B9}"/>
                </a:ext>
              </a:extLst>
            </p:cNvPr>
            <p:cNvSpPr/>
            <p:nvPr/>
          </p:nvSpPr>
          <p:spPr>
            <a:xfrm>
              <a:off x="4132968" y="4425092"/>
              <a:ext cx="401636" cy="339573"/>
            </a:xfrm>
            <a:custGeom>
              <a:avLst/>
              <a:gdLst/>
              <a:ahLst/>
              <a:cxnLst/>
              <a:rect l="l" t="t" r="r" b="b"/>
              <a:pathLst>
                <a:path w="1786" h="1510" extrusionOk="0">
                  <a:moveTo>
                    <a:pt x="0" y="1"/>
                  </a:moveTo>
                  <a:lnTo>
                    <a:pt x="0" y="1510"/>
                  </a:lnTo>
                  <a:lnTo>
                    <a:pt x="1739" y="1510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53;p49">
              <a:extLst>
                <a:ext uri="{FF2B5EF4-FFF2-40B4-BE49-F238E27FC236}">
                  <a16:creationId xmlns:a16="http://schemas.microsoft.com/office/drawing/2014/main" id="{9EA385D8-8844-B41F-C99D-59AB51559075}"/>
                </a:ext>
              </a:extLst>
            </p:cNvPr>
            <p:cNvSpPr/>
            <p:nvPr/>
          </p:nvSpPr>
          <p:spPr>
            <a:xfrm>
              <a:off x="5052505" y="4425092"/>
              <a:ext cx="339794" cy="339573"/>
            </a:xfrm>
            <a:custGeom>
              <a:avLst/>
              <a:gdLst/>
              <a:ahLst/>
              <a:cxnLst/>
              <a:rect l="l" t="t" r="r" b="b"/>
              <a:pathLst>
                <a:path w="1511" h="1510" extrusionOk="0">
                  <a:moveTo>
                    <a:pt x="82" y="1"/>
                  </a:moveTo>
                  <a:lnTo>
                    <a:pt x="1" y="1510"/>
                  </a:lnTo>
                  <a:lnTo>
                    <a:pt x="1511" y="1510"/>
                  </a:lnTo>
                  <a:lnTo>
                    <a:pt x="15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54;p49">
              <a:extLst>
                <a:ext uri="{FF2B5EF4-FFF2-40B4-BE49-F238E27FC236}">
                  <a16:creationId xmlns:a16="http://schemas.microsoft.com/office/drawing/2014/main" id="{093E7E36-C819-F6E9-694F-B615D018C1A5}"/>
                </a:ext>
              </a:extLst>
            </p:cNvPr>
            <p:cNvSpPr/>
            <p:nvPr/>
          </p:nvSpPr>
          <p:spPr>
            <a:xfrm>
              <a:off x="3977350" y="4189191"/>
              <a:ext cx="471798" cy="842410"/>
            </a:xfrm>
            <a:custGeom>
              <a:avLst/>
              <a:gdLst/>
              <a:ahLst/>
              <a:cxnLst/>
              <a:rect l="l" t="t" r="r" b="b"/>
              <a:pathLst>
                <a:path w="2098" h="3746" extrusionOk="0">
                  <a:moveTo>
                    <a:pt x="369" y="1"/>
                  </a:moveTo>
                  <a:cubicBezTo>
                    <a:pt x="162" y="1"/>
                    <a:pt x="1" y="162"/>
                    <a:pt x="1" y="369"/>
                  </a:cubicBezTo>
                  <a:lnTo>
                    <a:pt x="1" y="3377"/>
                  </a:lnTo>
                  <a:cubicBezTo>
                    <a:pt x="1" y="3584"/>
                    <a:pt x="162" y="3746"/>
                    <a:pt x="369" y="3746"/>
                  </a:cubicBezTo>
                  <a:lnTo>
                    <a:pt x="1729" y="3746"/>
                  </a:lnTo>
                  <a:cubicBezTo>
                    <a:pt x="1936" y="3746"/>
                    <a:pt x="2098" y="3584"/>
                    <a:pt x="2098" y="3377"/>
                  </a:cubicBezTo>
                  <a:lnTo>
                    <a:pt x="2098" y="369"/>
                  </a:lnTo>
                  <a:cubicBezTo>
                    <a:pt x="2098" y="162"/>
                    <a:pt x="1936" y="1"/>
                    <a:pt x="1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55;p49">
              <a:extLst>
                <a:ext uri="{FF2B5EF4-FFF2-40B4-BE49-F238E27FC236}">
                  <a16:creationId xmlns:a16="http://schemas.microsoft.com/office/drawing/2014/main" id="{E60C4893-3704-1349-3347-24CF7FED32AC}"/>
                </a:ext>
              </a:extLst>
            </p:cNvPr>
            <p:cNvSpPr/>
            <p:nvPr/>
          </p:nvSpPr>
          <p:spPr>
            <a:xfrm>
              <a:off x="5158874" y="4171200"/>
              <a:ext cx="469100" cy="839711"/>
            </a:xfrm>
            <a:custGeom>
              <a:avLst/>
              <a:gdLst/>
              <a:ahLst/>
              <a:cxnLst/>
              <a:rect l="l" t="t" r="r" b="b"/>
              <a:pathLst>
                <a:path w="2086" h="3734" extrusionOk="0">
                  <a:moveTo>
                    <a:pt x="358" y="0"/>
                  </a:moveTo>
                  <a:cubicBezTo>
                    <a:pt x="162" y="0"/>
                    <a:pt x="1" y="162"/>
                    <a:pt x="1" y="357"/>
                  </a:cubicBezTo>
                  <a:lnTo>
                    <a:pt x="1" y="3376"/>
                  </a:lnTo>
                  <a:cubicBezTo>
                    <a:pt x="1" y="3572"/>
                    <a:pt x="162" y="3734"/>
                    <a:pt x="358" y="3734"/>
                  </a:cubicBezTo>
                  <a:lnTo>
                    <a:pt x="1729" y="3734"/>
                  </a:lnTo>
                  <a:cubicBezTo>
                    <a:pt x="1925" y="3734"/>
                    <a:pt x="2086" y="3572"/>
                    <a:pt x="2086" y="3376"/>
                  </a:cubicBezTo>
                  <a:lnTo>
                    <a:pt x="2086" y="357"/>
                  </a:lnTo>
                  <a:cubicBezTo>
                    <a:pt x="2086" y="162"/>
                    <a:pt x="1925" y="0"/>
                    <a:pt x="17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632;p49">
            <a:extLst>
              <a:ext uri="{FF2B5EF4-FFF2-40B4-BE49-F238E27FC236}">
                <a16:creationId xmlns:a16="http://schemas.microsoft.com/office/drawing/2014/main" id="{14280422-041D-9773-B0AB-83BE77F68F39}"/>
              </a:ext>
            </a:extLst>
          </p:cNvPr>
          <p:cNvGrpSpPr/>
          <p:nvPr/>
        </p:nvGrpSpPr>
        <p:grpSpPr>
          <a:xfrm rot="10800000">
            <a:off x="6697024" y="4282855"/>
            <a:ext cx="2147890" cy="675204"/>
            <a:chOff x="2870881" y="-68675"/>
            <a:chExt cx="5532836" cy="1988249"/>
          </a:xfrm>
        </p:grpSpPr>
        <p:sp>
          <p:nvSpPr>
            <p:cNvPr id="9" name="Google Shape;633;p49">
              <a:extLst>
                <a:ext uri="{FF2B5EF4-FFF2-40B4-BE49-F238E27FC236}">
                  <a16:creationId xmlns:a16="http://schemas.microsoft.com/office/drawing/2014/main" id="{CBB66C4A-5111-B3FA-08B9-41C1A0B12BCE}"/>
                </a:ext>
              </a:extLst>
            </p:cNvPr>
            <p:cNvSpPr/>
            <p:nvPr/>
          </p:nvSpPr>
          <p:spPr>
            <a:xfrm>
              <a:off x="2870881" y="760273"/>
              <a:ext cx="5532836" cy="330544"/>
            </a:xfrm>
            <a:custGeom>
              <a:avLst/>
              <a:gdLst/>
              <a:ahLst/>
              <a:cxnLst/>
              <a:rect l="l" t="t" r="r" b="b"/>
              <a:pathLst>
                <a:path w="28874" h="1725" extrusionOk="0">
                  <a:moveTo>
                    <a:pt x="254" y="1"/>
                  </a:moveTo>
                  <a:cubicBezTo>
                    <a:pt x="109" y="1"/>
                    <a:pt x="0" y="121"/>
                    <a:pt x="0" y="254"/>
                  </a:cubicBezTo>
                  <a:lnTo>
                    <a:pt x="0" y="1471"/>
                  </a:lnTo>
                  <a:cubicBezTo>
                    <a:pt x="0" y="1615"/>
                    <a:pt x="109" y="1724"/>
                    <a:pt x="254" y="1724"/>
                  </a:cubicBezTo>
                  <a:lnTo>
                    <a:pt x="28632" y="1724"/>
                  </a:lnTo>
                  <a:cubicBezTo>
                    <a:pt x="28765" y="1724"/>
                    <a:pt x="28873" y="1615"/>
                    <a:pt x="28873" y="1471"/>
                  </a:cubicBezTo>
                  <a:lnTo>
                    <a:pt x="28873" y="254"/>
                  </a:lnTo>
                  <a:cubicBezTo>
                    <a:pt x="28873" y="121"/>
                    <a:pt x="28765" y="1"/>
                    <a:pt x="28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34;p49">
              <a:extLst>
                <a:ext uri="{FF2B5EF4-FFF2-40B4-BE49-F238E27FC236}">
                  <a16:creationId xmlns:a16="http://schemas.microsoft.com/office/drawing/2014/main" id="{132ED9FD-D613-1A9C-662E-EADA72DC7661}"/>
                </a:ext>
              </a:extLst>
            </p:cNvPr>
            <p:cNvSpPr/>
            <p:nvPr/>
          </p:nvSpPr>
          <p:spPr>
            <a:xfrm>
              <a:off x="2870881" y="760273"/>
              <a:ext cx="5532836" cy="330544"/>
            </a:xfrm>
            <a:custGeom>
              <a:avLst/>
              <a:gdLst/>
              <a:ahLst/>
              <a:cxnLst/>
              <a:rect l="l" t="t" r="r" b="b"/>
              <a:pathLst>
                <a:path w="28874" h="1725" extrusionOk="0">
                  <a:moveTo>
                    <a:pt x="28295" y="1"/>
                  </a:moveTo>
                  <a:lnTo>
                    <a:pt x="28295" y="916"/>
                  </a:lnTo>
                  <a:cubicBezTo>
                    <a:pt x="28295" y="1061"/>
                    <a:pt x="28174" y="1170"/>
                    <a:pt x="28042" y="1170"/>
                  </a:cubicBezTo>
                  <a:lnTo>
                    <a:pt x="0" y="1170"/>
                  </a:lnTo>
                  <a:lnTo>
                    <a:pt x="0" y="1471"/>
                  </a:lnTo>
                  <a:cubicBezTo>
                    <a:pt x="0" y="1615"/>
                    <a:pt x="109" y="1724"/>
                    <a:pt x="254" y="1724"/>
                  </a:cubicBezTo>
                  <a:lnTo>
                    <a:pt x="28632" y="1724"/>
                  </a:lnTo>
                  <a:cubicBezTo>
                    <a:pt x="28765" y="1724"/>
                    <a:pt x="28873" y="1615"/>
                    <a:pt x="28873" y="1471"/>
                  </a:cubicBezTo>
                  <a:lnTo>
                    <a:pt x="28873" y="254"/>
                  </a:lnTo>
                  <a:cubicBezTo>
                    <a:pt x="28873" y="121"/>
                    <a:pt x="28765" y="1"/>
                    <a:pt x="286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35;p49">
              <a:extLst>
                <a:ext uri="{FF2B5EF4-FFF2-40B4-BE49-F238E27FC236}">
                  <a16:creationId xmlns:a16="http://schemas.microsoft.com/office/drawing/2014/main" id="{8890B2DB-2C40-0E84-C23E-9EB474F65E53}"/>
                </a:ext>
              </a:extLst>
            </p:cNvPr>
            <p:cNvSpPr/>
            <p:nvPr/>
          </p:nvSpPr>
          <p:spPr>
            <a:xfrm>
              <a:off x="3669745" y="-68675"/>
              <a:ext cx="644610" cy="1988249"/>
            </a:xfrm>
            <a:custGeom>
              <a:avLst/>
              <a:gdLst/>
              <a:ahLst/>
              <a:cxnLst/>
              <a:rect l="l" t="t" r="r" b="b"/>
              <a:pathLst>
                <a:path w="3364" h="10376" extrusionOk="0">
                  <a:moveTo>
                    <a:pt x="917" y="1"/>
                  </a:moveTo>
                  <a:cubicBezTo>
                    <a:pt x="410" y="1"/>
                    <a:pt x="1" y="411"/>
                    <a:pt x="1" y="917"/>
                  </a:cubicBezTo>
                  <a:lnTo>
                    <a:pt x="1" y="9460"/>
                  </a:lnTo>
                  <a:cubicBezTo>
                    <a:pt x="1" y="9966"/>
                    <a:pt x="410" y="10376"/>
                    <a:pt x="917" y="10376"/>
                  </a:cubicBezTo>
                  <a:lnTo>
                    <a:pt x="2447" y="10376"/>
                  </a:lnTo>
                  <a:cubicBezTo>
                    <a:pt x="2954" y="10376"/>
                    <a:pt x="3363" y="9966"/>
                    <a:pt x="3363" y="9460"/>
                  </a:cubicBezTo>
                  <a:lnTo>
                    <a:pt x="3363" y="917"/>
                  </a:lnTo>
                  <a:cubicBezTo>
                    <a:pt x="3363" y="411"/>
                    <a:pt x="2954" y="1"/>
                    <a:pt x="24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36;p49">
              <a:extLst>
                <a:ext uri="{FF2B5EF4-FFF2-40B4-BE49-F238E27FC236}">
                  <a16:creationId xmlns:a16="http://schemas.microsoft.com/office/drawing/2014/main" id="{9EB9959F-D09B-B3E9-1773-21D9549D594F}"/>
                </a:ext>
              </a:extLst>
            </p:cNvPr>
            <p:cNvSpPr/>
            <p:nvPr/>
          </p:nvSpPr>
          <p:spPr>
            <a:xfrm>
              <a:off x="3672236" y="-66376"/>
              <a:ext cx="642119" cy="1985950"/>
            </a:xfrm>
            <a:custGeom>
              <a:avLst/>
              <a:gdLst/>
              <a:ahLst/>
              <a:cxnLst/>
              <a:rect l="l" t="t" r="r" b="b"/>
              <a:pathLst>
                <a:path w="3351" h="10364" extrusionOk="0">
                  <a:moveTo>
                    <a:pt x="2483" y="0"/>
                  </a:moveTo>
                  <a:lnTo>
                    <a:pt x="2483" y="25"/>
                  </a:lnTo>
                  <a:lnTo>
                    <a:pt x="2483" y="8569"/>
                  </a:lnTo>
                  <a:cubicBezTo>
                    <a:pt x="2483" y="9075"/>
                    <a:pt x="2073" y="9485"/>
                    <a:pt x="1567" y="9485"/>
                  </a:cubicBezTo>
                  <a:lnTo>
                    <a:pt x="0" y="9485"/>
                  </a:lnTo>
                  <a:cubicBezTo>
                    <a:pt x="12" y="9978"/>
                    <a:pt x="410" y="10364"/>
                    <a:pt x="904" y="10364"/>
                  </a:cubicBezTo>
                  <a:lnTo>
                    <a:pt x="2434" y="10364"/>
                  </a:lnTo>
                  <a:cubicBezTo>
                    <a:pt x="2941" y="10364"/>
                    <a:pt x="3350" y="9954"/>
                    <a:pt x="3350" y="9448"/>
                  </a:cubicBezTo>
                  <a:lnTo>
                    <a:pt x="3350" y="905"/>
                  </a:lnTo>
                  <a:cubicBezTo>
                    <a:pt x="3350" y="423"/>
                    <a:pt x="2965" y="25"/>
                    <a:pt x="2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37;p49">
              <a:extLst>
                <a:ext uri="{FF2B5EF4-FFF2-40B4-BE49-F238E27FC236}">
                  <a16:creationId xmlns:a16="http://schemas.microsoft.com/office/drawing/2014/main" id="{A487F36E-F342-B7D2-A8B1-E5831BC0280B}"/>
                </a:ext>
              </a:extLst>
            </p:cNvPr>
            <p:cNvSpPr/>
            <p:nvPr/>
          </p:nvSpPr>
          <p:spPr>
            <a:xfrm>
              <a:off x="3752908" y="39782"/>
              <a:ext cx="141224" cy="1559020"/>
            </a:xfrm>
            <a:custGeom>
              <a:avLst/>
              <a:gdLst/>
              <a:ahLst/>
              <a:cxnLst/>
              <a:rect l="l" t="t" r="r" b="b"/>
              <a:pathLst>
                <a:path w="737" h="8136" extrusionOk="0">
                  <a:moveTo>
                    <a:pt x="362" y="1"/>
                  </a:moveTo>
                  <a:cubicBezTo>
                    <a:pt x="158" y="1"/>
                    <a:pt x="1" y="170"/>
                    <a:pt x="1" y="375"/>
                  </a:cubicBezTo>
                  <a:lnTo>
                    <a:pt x="1" y="7761"/>
                  </a:lnTo>
                  <a:cubicBezTo>
                    <a:pt x="1" y="7967"/>
                    <a:pt x="158" y="8135"/>
                    <a:pt x="362" y="8135"/>
                  </a:cubicBezTo>
                  <a:lnTo>
                    <a:pt x="375" y="8135"/>
                  </a:lnTo>
                  <a:cubicBezTo>
                    <a:pt x="579" y="8135"/>
                    <a:pt x="736" y="7967"/>
                    <a:pt x="736" y="7761"/>
                  </a:cubicBezTo>
                  <a:lnTo>
                    <a:pt x="736" y="375"/>
                  </a:lnTo>
                  <a:cubicBezTo>
                    <a:pt x="736" y="170"/>
                    <a:pt x="579" y="1"/>
                    <a:pt x="3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38;p49">
              <a:extLst>
                <a:ext uri="{FF2B5EF4-FFF2-40B4-BE49-F238E27FC236}">
                  <a16:creationId xmlns:a16="http://schemas.microsoft.com/office/drawing/2014/main" id="{5CE4AA44-9430-8174-127B-0F3AAD83F35D}"/>
                </a:ext>
              </a:extLst>
            </p:cNvPr>
            <p:cNvSpPr/>
            <p:nvPr/>
          </p:nvSpPr>
          <p:spPr>
            <a:xfrm>
              <a:off x="3118071" y="69866"/>
              <a:ext cx="554357" cy="1711167"/>
            </a:xfrm>
            <a:custGeom>
              <a:avLst/>
              <a:gdLst/>
              <a:ahLst/>
              <a:cxnLst/>
              <a:rect l="l" t="t" r="r" b="b"/>
              <a:pathLst>
                <a:path w="2893" h="8930" extrusionOk="0">
                  <a:moveTo>
                    <a:pt x="783" y="1"/>
                  </a:moveTo>
                  <a:cubicBezTo>
                    <a:pt x="349" y="1"/>
                    <a:pt x="0" y="362"/>
                    <a:pt x="0" y="796"/>
                  </a:cubicBezTo>
                  <a:lnTo>
                    <a:pt x="0" y="8147"/>
                  </a:lnTo>
                  <a:cubicBezTo>
                    <a:pt x="0" y="8581"/>
                    <a:pt x="349" y="8930"/>
                    <a:pt x="783" y="8930"/>
                  </a:cubicBezTo>
                  <a:lnTo>
                    <a:pt x="2097" y="8930"/>
                  </a:lnTo>
                  <a:cubicBezTo>
                    <a:pt x="2531" y="8930"/>
                    <a:pt x="2892" y="8581"/>
                    <a:pt x="2892" y="8147"/>
                  </a:cubicBezTo>
                  <a:lnTo>
                    <a:pt x="2892" y="796"/>
                  </a:lnTo>
                  <a:cubicBezTo>
                    <a:pt x="2892" y="362"/>
                    <a:pt x="2531" y="1"/>
                    <a:pt x="20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39;p49">
              <a:extLst>
                <a:ext uri="{FF2B5EF4-FFF2-40B4-BE49-F238E27FC236}">
                  <a16:creationId xmlns:a16="http://schemas.microsoft.com/office/drawing/2014/main" id="{06A7AE8D-5FA7-830C-3B14-A1BED5BD0315}"/>
                </a:ext>
              </a:extLst>
            </p:cNvPr>
            <p:cNvSpPr/>
            <p:nvPr/>
          </p:nvSpPr>
          <p:spPr>
            <a:xfrm>
              <a:off x="3118071" y="72166"/>
              <a:ext cx="554357" cy="1708867"/>
            </a:xfrm>
            <a:custGeom>
              <a:avLst/>
              <a:gdLst/>
              <a:ahLst/>
              <a:cxnLst/>
              <a:rect l="l" t="t" r="r" b="b"/>
              <a:pathLst>
                <a:path w="2893" h="8918" extrusionOk="0">
                  <a:moveTo>
                    <a:pt x="2145" y="1"/>
                  </a:moveTo>
                  <a:lnTo>
                    <a:pt x="2145" y="25"/>
                  </a:lnTo>
                  <a:lnTo>
                    <a:pt x="2145" y="7375"/>
                  </a:lnTo>
                  <a:cubicBezTo>
                    <a:pt x="2145" y="7809"/>
                    <a:pt x="1795" y="8171"/>
                    <a:pt x="1361" y="8171"/>
                  </a:cubicBezTo>
                  <a:lnTo>
                    <a:pt x="48" y="8171"/>
                  </a:lnTo>
                  <a:cubicBezTo>
                    <a:pt x="24" y="8171"/>
                    <a:pt x="12" y="8159"/>
                    <a:pt x="0" y="8159"/>
                  </a:cubicBezTo>
                  <a:lnTo>
                    <a:pt x="0" y="8159"/>
                  </a:lnTo>
                  <a:cubicBezTo>
                    <a:pt x="12" y="8580"/>
                    <a:pt x="362" y="8918"/>
                    <a:pt x="783" y="8918"/>
                  </a:cubicBezTo>
                  <a:lnTo>
                    <a:pt x="2097" y="8918"/>
                  </a:lnTo>
                  <a:cubicBezTo>
                    <a:pt x="2531" y="8918"/>
                    <a:pt x="2892" y="8569"/>
                    <a:pt x="2892" y="8135"/>
                  </a:cubicBezTo>
                  <a:lnTo>
                    <a:pt x="2892" y="784"/>
                  </a:lnTo>
                  <a:cubicBezTo>
                    <a:pt x="2892" y="362"/>
                    <a:pt x="2555" y="2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40;p49">
              <a:extLst>
                <a:ext uri="{FF2B5EF4-FFF2-40B4-BE49-F238E27FC236}">
                  <a16:creationId xmlns:a16="http://schemas.microsoft.com/office/drawing/2014/main" id="{5150C7D1-3F81-6E69-5DBC-1C22CE7C97D2}"/>
                </a:ext>
              </a:extLst>
            </p:cNvPr>
            <p:cNvSpPr/>
            <p:nvPr/>
          </p:nvSpPr>
          <p:spPr>
            <a:xfrm>
              <a:off x="6960437" y="-68675"/>
              <a:ext cx="644226" cy="1988249"/>
            </a:xfrm>
            <a:custGeom>
              <a:avLst/>
              <a:gdLst/>
              <a:ahLst/>
              <a:cxnLst/>
              <a:rect l="l" t="t" r="r" b="b"/>
              <a:pathLst>
                <a:path w="3362" h="10376" extrusionOk="0">
                  <a:moveTo>
                    <a:pt x="916" y="1"/>
                  </a:moveTo>
                  <a:cubicBezTo>
                    <a:pt x="410" y="1"/>
                    <a:pt x="0" y="411"/>
                    <a:pt x="0" y="917"/>
                  </a:cubicBezTo>
                  <a:lnTo>
                    <a:pt x="0" y="9460"/>
                  </a:lnTo>
                  <a:cubicBezTo>
                    <a:pt x="0" y="9966"/>
                    <a:pt x="410" y="10376"/>
                    <a:pt x="916" y="10376"/>
                  </a:cubicBezTo>
                  <a:lnTo>
                    <a:pt x="2446" y="10376"/>
                  </a:lnTo>
                  <a:cubicBezTo>
                    <a:pt x="2952" y="10376"/>
                    <a:pt x="3362" y="9966"/>
                    <a:pt x="3362" y="9460"/>
                  </a:cubicBezTo>
                  <a:lnTo>
                    <a:pt x="3362" y="917"/>
                  </a:lnTo>
                  <a:cubicBezTo>
                    <a:pt x="3362" y="411"/>
                    <a:pt x="2952" y="1"/>
                    <a:pt x="24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41;p49">
              <a:extLst>
                <a:ext uri="{FF2B5EF4-FFF2-40B4-BE49-F238E27FC236}">
                  <a16:creationId xmlns:a16="http://schemas.microsoft.com/office/drawing/2014/main" id="{FFFE62C7-E5E9-2151-5E25-6C4CBE7E9785}"/>
                </a:ext>
              </a:extLst>
            </p:cNvPr>
            <p:cNvSpPr/>
            <p:nvPr/>
          </p:nvSpPr>
          <p:spPr>
            <a:xfrm>
              <a:off x="6962545" y="-66376"/>
              <a:ext cx="642119" cy="1985950"/>
            </a:xfrm>
            <a:custGeom>
              <a:avLst/>
              <a:gdLst/>
              <a:ahLst/>
              <a:cxnLst/>
              <a:rect l="l" t="t" r="r" b="b"/>
              <a:pathLst>
                <a:path w="3351" h="10364" extrusionOk="0">
                  <a:moveTo>
                    <a:pt x="2483" y="0"/>
                  </a:moveTo>
                  <a:lnTo>
                    <a:pt x="2483" y="25"/>
                  </a:lnTo>
                  <a:lnTo>
                    <a:pt x="2483" y="8569"/>
                  </a:lnTo>
                  <a:cubicBezTo>
                    <a:pt x="2483" y="9075"/>
                    <a:pt x="2073" y="9485"/>
                    <a:pt x="1567" y="9485"/>
                  </a:cubicBezTo>
                  <a:lnTo>
                    <a:pt x="1" y="9485"/>
                  </a:lnTo>
                  <a:cubicBezTo>
                    <a:pt x="13" y="9978"/>
                    <a:pt x="410" y="10364"/>
                    <a:pt x="905" y="10364"/>
                  </a:cubicBezTo>
                  <a:lnTo>
                    <a:pt x="2435" y="10364"/>
                  </a:lnTo>
                  <a:cubicBezTo>
                    <a:pt x="2941" y="10364"/>
                    <a:pt x="3351" y="9954"/>
                    <a:pt x="3351" y="9448"/>
                  </a:cubicBezTo>
                  <a:lnTo>
                    <a:pt x="3351" y="905"/>
                  </a:lnTo>
                  <a:cubicBezTo>
                    <a:pt x="3351" y="423"/>
                    <a:pt x="2965" y="25"/>
                    <a:pt x="2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42;p49">
              <a:extLst>
                <a:ext uri="{FF2B5EF4-FFF2-40B4-BE49-F238E27FC236}">
                  <a16:creationId xmlns:a16="http://schemas.microsoft.com/office/drawing/2014/main" id="{84856724-EF79-D9A1-24E2-C9DE046B8E80}"/>
                </a:ext>
              </a:extLst>
            </p:cNvPr>
            <p:cNvSpPr/>
            <p:nvPr/>
          </p:nvSpPr>
          <p:spPr>
            <a:xfrm>
              <a:off x="7043408" y="39782"/>
              <a:ext cx="141032" cy="1559020"/>
            </a:xfrm>
            <a:custGeom>
              <a:avLst/>
              <a:gdLst/>
              <a:ahLst/>
              <a:cxnLst/>
              <a:rect l="l" t="t" r="r" b="b"/>
              <a:pathLst>
                <a:path w="736" h="8136" extrusionOk="0">
                  <a:moveTo>
                    <a:pt x="362" y="1"/>
                  </a:moveTo>
                  <a:cubicBezTo>
                    <a:pt x="157" y="1"/>
                    <a:pt x="1" y="170"/>
                    <a:pt x="1" y="375"/>
                  </a:cubicBezTo>
                  <a:lnTo>
                    <a:pt x="1" y="7761"/>
                  </a:lnTo>
                  <a:cubicBezTo>
                    <a:pt x="1" y="7967"/>
                    <a:pt x="157" y="8135"/>
                    <a:pt x="362" y="8135"/>
                  </a:cubicBezTo>
                  <a:lnTo>
                    <a:pt x="374" y="8135"/>
                  </a:lnTo>
                  <a:cubicBezTo>
                    <a:pt x="579" y="8135"/>
                    <a:pt x="736" y="7967"/>
                    <a:pt x="736" y="7761"/>
                  </a:cubicBezTo>
                  <a:lnTo>
                    <a:pt x="736" y="375"/>
                  </a:lnTo>
                  <a:cubicBezTo>
                    <a:pt x="736" y="170"/>
                    <a:pt x="579" y="1"/>
                    <a:pt x="3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43;p49">
              <a:extLst>
                <a:ext uri="{FF2B5EF4-FFF2-40B4-BE49-F238E27FC236}">
                  <a16:creationId xmlns:a16="http://schemas.microsoft.com/office/drawing/2014/main" id="{B2C60B6F-F36E-6C60-8F72-B84F97238F77}"/>
                </a:ext>
              </a:extLst>
            </p:cNvPr>
            <p:cNvSpPr/>
            <p:nvPr/>
          </p:nvSpPr>
          <p:spPr>
            <a:xfrm>
              <a:off x="7604472" y="69866"/>
              <a:ext cx="554357" cy="1711167"/>
            </a:xfrm>
            <a:custGeom>
              <a:avLst/>
              <a:gdLst/>
              <a:ahLst/>
              <a:cxnLst/>
              <a:rect l="l" t="t" r="r" b="b"/>
              <a:pathLst>
                <a:path w="2893" h="8930" extrusionOk="0">
                  <a:moveTo>
                    <a:pt x="784" y="1"/>
                  </a:moveTo>
                  <a:cubicBezTo>
                    <a:pt x="351" y="1"/>
                    <a:pt x="1" y="362"/>
                    <a:pt x="1" y="796"/>
                  </a:cubicBezTo>
                  <a:lnTo>
                    <a:pt x="1" y="8147"/>
                  </a:lnTo>
                  <a:cubicBezTo>
                    <a:pt x="1" y="8581"/>
                    <a:pt x="351" y="8930"/>
                    <a:pt x="784" y="8930"/>
                  </a:cubicBezTo>
                  <a:lnTo>
                    <a:pt x="2097" y="8930"/>
                  </a:lnTo>
                  <a:cubicBezTo>
                    <a:pt x="2531" y="8930"/>
                    <a:pt x="2893" y="8581"/>
                    <a:pt x="2893" y="8147"/>
                  </a:cubicBezTo>
                  <a:lnTo>
                    <a:pt x="2893" y="796"/>
                  </a:lnTo>
                  <a:cubicBezTo>
                    <a:pt x="2893" y="362"/>
                    <a:pt x="2531" y="1"/>
                    <a:pt x="20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44;p49">
              <a:extLst>
                <a:ext uri="{FF2B5EF4-FFF2-40B4-BE49-F238E27FC236}">
                  <a16:creationId xmlns:a16="http://schemas.microsoft.com/office/drawing/2014/main" id="{35CD4D5C-4703-5279-BC08-538B457592AC}"/>
                </a:ext>
              </a:extLst>
            </p:cNvPr>
            <p:cNvSpPr/>
            <p:nvPr/>
          </p:nvSpPr>
          <p:spPr>
            <a:xfrm>
              <a:off x="7604472" y="72166"/>
              <a:ext cx="554357" cy="1708867"/>
            </a:xfrm>
            <a:custGeom>
              <a:avLst/>
              <a:gdLst/>
              <a:ahLst/>
              <a:cxnLst/>
              <a:rect l="l" t="t" r="r" b="b"/>
              <a:pathLst>
                <a:path w="2893" h="8918" extrusionOk="0">
                  <a:moveTo>
                    <a:pt x="2146" y="1"/>
                  </a:moveTo>
                  <a:lnTo>
                    <a:pt x="2146" y="25"/>
                  </a:lnTo>
                  <a:lnTo>
                    <a:pt x="2146" y="7375"/>
                  </a:lnTo>
                  <a:cubicBezTo>
                    <a:pt x="2146" y="7809"/>
                    <a:pt x="1797" y="8171"/>
                    <a:pt x="1363" y="8171"/>
                  </a:cubicBezTo>
                  <a:lnTo>
                    <a:pt x="49" y="8171"/>
                  </a:lnTo>
                  <a:cubicBezTo>
                    <a:pt x="37" y="8171"/>
                    <a:pt x="13" y="8159"/>
                    <a:pt x="1" y="8159"/>
                  </a:cubicBezTo>
                  <a:lnTo>
                    <a:pt x="1" y="8159"/>
                  </a:lnTo>
                  <a:cubicBezTo>
                    <a:pt x="13" y="8580"/>
                    <a:pt x="362" y="8918"/>
                    <a:pt x="784" y="8918"/>
                  </a:cubicBezTo>
                  <a:lnTo>
                    <a:pt x="2097" y="8918"/>
                  </a:lnTo>
                  <a:cubicBezTo>
                    <a:pt x="2531" y="8918"/>
                    <a:pt x="2893" y="8569"/>
                    <a:pt x="2893" y="8135"/>
                  </a:cubicBezTo>
                  <a:lnTo>
                    <a:pt x="2893" y="784"/>
                  </a:lnTo>
                  <a:cubicBezTo>
                    <a:pt x="2893" y="362"/>
                    <a:pt x="2555" y="25"/>
                    <a:pt x="2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45;p49">
              <a:extLst>
                <a:ext uri="{FF2B5EF4-FFF2-40B4-BE49-F238E27FC236}">
                  <a16:creationId xmlns:a16="http://schemas.microsoft.com/office/drawing/2014/main" id="{56AA5F7B-A59E-5B6A-33B4-1640950DC2E3}"/>
                </a:ext>
              </a:extLst>
            </p:cNvPr>
            <p:cNvSpPr/>
            <p:nvPr/>
          </p:nvSpPr>
          <p:spPr>
            <a:xfrm>
              <a:off x="7692234" y="164527"/>
              <a:ext cx="85654" cy="1339424"/>
            </a:xfrm>
            <a:custGeom>
              <a:avLst/>
              <a:gdLst/>
              <a:ahLst/>
              <a:cxnLst/>
              <a:rect l="l" t="t" r="r" b="b"/>
              <a:pathLst>
                <a:path w="447" h="6990" extrusionOk="0">
                  <a:moveTo>
                    <a:pt x="230" y="1"/>
                  </a:moveTo>
                  <a:cubicBezTo>
                    <a:pt x="110" y="1"/>
                    <a:pt x="1" y="145"/>
                    <a:pt x="1" y="314"/>
                  </a:cubicBezTo>
                  <a:lnTo>
                    <a:pt x="1" y="6676"/>
                  </a:lnTo>
                  <a:cubicBezTo>
                    <a:pt x="1" y="6845"/>
                    <a:pt x="110" y="6990"/>
                    <a:pt x="230" y="6990"/>
                  </a:cubicBezTo>
                  <a:cubicBezTo>
                    <a:pt x="351" y="6990"/>
                    <a:pt x="447" y="6845"/>
                    <a:pt x="447" y="6676"/>
                  </a:cubicBezTo>
                  <a:lnTo>
                    <a:pt x="447" y="314"/>
                  </a:lnTo>
                  <a:cubicBezTo>
                    <a:pt x="447" y="145"/>
                    <a:pt x="351" y="1"/>
                    <a:pt x="2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46;p49">
              <a:extLst>
                <a:ext uri="{FF2B5EF4-FFF2-40B4-BE49-F238E27FC236}">
                  <a16:creationId xmlns:a16="http://schemas.microsoft.com/office/drawing/2014/main" id="{7212EE27-5D4D-E3D3-5DC2-032766C32ECB}"/>
                </a:ext>
              </a:extLst>
            </p:cNvPr>
            <p:cNvSpPr/>
            <p:nvPr/>
          </p:nvSpPr>
          <p:spPr>
            <a:xfrm>
              <a:off x="3180347" y="185413"/>
              <a:ext cx="87762" cy="1339424"/>
            </a:xfrm>
            <a:custGeom>
              <a:avLst/>
              <a:gdLst/>
              <a:ahLst/>
              <a:cxnLst/>
              <a:rect l="l" t="t" r="r" b="b"/>
              <a:pathLst>
                <a:path w="458" h="6990" extrusionOk="0">
                  <a:moveTo>
                    <a:pt x="229" y="0"/>
                  </a:moveTo>
                  <a:cubicBezTo>
                    <a:pt x="96" y="0"/>
                    <a:pt x="0" y="133"/>
                    <a:pt x="0" y="314"/>
                  </a:cubicBezTo>
                  <a:lnTo>
                    <a:pt x="0" y="6676"/>
                  </a:lnTo>
                  <a:cubicBezTo>
                    <a:pt x="0" y="6845"/>
                    <a:pt x="96" y="6990"/>
                    <a:pt x="229" y="6990"/>
                  </a:cubicBezTo>
                  <a:cubicBezTo>
                    <a:pt x="350" y="6990"/>
                    <a:pt x="458" y="6845"/>
                    <a:pt x="458" y="6676"/>
                  </a:cubicBezTo>
                  <a:lnTo>
                    <a:pt x="458" y="314"/>
                  </a:lnTo>
                  <a:cubicBezTo>
                    <a:pt x="458" y="133"/>
                    <a:pt x="350" y="0"/>
                    <a:pt x="2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47;p49">
              <a:extLst>
                <a:ext uri="{FF2B5EF4-FFF2-40B4-BE49-F238E27FC236}">
                  <a16:creationId xmlns:a16="http://schemas.microsoft.com/office/drawing/2014/main" id="{1435F5F7-346C-F220-BD79-87C281BF2BE5}"/>
                </a:ext>
              </a:extLst>
            </p:cNvPr>
            <p:cNvSpPr/>
            <p:nvPr/>
          </p:nvSpPr>
          <p:spPr>
            <a:xfrm>
              <a:off x="4314163" y="760273"/>
              <a:ext cx="90061" cy="330544"/>
            </a:xfrm>
            <a:custGeom>
              <a:avLst/>
              <a:gdLst/>
              <a:ahLst/>
              <a:cxnLst/>
              <a:rect l="l" t="t" r="r" b="b"/>
              <a:pathLst>
                <a:path w="470" h="1725" extrusionOk="0">
                  <a:moveTo>
                    <a:pt x="0" y="1"/>
                  </a:moveTo>
                  <a:lnTo>
                    <a:pt x="0" y="1724"/>
                  </a:lnTo>
                  <a:lnTo>
                    <a:pt x="470" y="1724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rgbClr val="38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48;p49">
              <a:extLst>
                <a:ext uri="{FF2B5EF4-FFF2-40B4-BE49-F238E27FC236}">
                  <a16:creationId xmlns:a16="http://schemas.microsoft.com/office/drawing/2014/main" id="{17F9F10A-6543-2F7E-B54D-A1DC4C826BB1}"/>
                </a:ext>
              </a:extLst>
            </p:cNvPr>
            <p:cNvSpPr/>
            <p:nvPr/>
          </p:nvSpPr>
          <p:spPr>
            <a:xfrm>
              <a:off x="8158637" y="760273"/>
              <a:ext cx="67259" cy="330544"/>
            </a:xfrm>
            <a:custGeom>
              <a:avLst/>
              <a:gdLst/>
              <a:ahLst/>
              <a:cxnLst/>
              <a:rect l="l" t="t" r="r" b="b"/>
              <a:pathLst>
                <a:path w="351" h="1725" extrusionOk="0">
                  <a:moveTo>
                    <a:pt x="1" y="1"/>
                  </a:moveTo>
                  <a:lnTo>
                    <a:pt x="1" y="1724"/>
                  </a:lnTo>
                  <a:lnTo>
                    <a:pt x="351" y="1724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rgbClr val="38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49;p49">
              <a:extLst>
                <a:ext uri="{FF2B5EF4-FFF2-40B4-BE49-F238E27FC236}">
                  <a16:creationId xmlns:a16="http://schemas.microsoft.com/office/drawing/2014/main" id="{CB2A7341-1322-D168-AC8D-3EC5423A8DCF}"/>
                </a:ext>
              </a:extLst>
            </p:cNvPr>
            <p:cNvSpPr/>
            <p:nvPr/>
          </p:nvSpPr>
          <p:spPr>
            <a:xfrm>
              <a:off x="4461902" y="801855"/>
              <a:ext cx="2256134" cy="71857"/>
            </a:xfrm>
            <a:custGeom>
              <a:avLst/>
              <a:gdLst/>
              <a:ahLst/>
              <a:cxnLst/>
              <a:rect l="l" t="t" r="r" b="b"/>
              <a:pathLst>
                <a:path w="11774" h="375" extrusionOk="0">
                  <a:moveTo>
                    <a:pt x="181" y="0"/>
                  </a:moveTo>
                  <a:cubicBezTo>
                    <a:pt x="84" y="0"/>
                    <a:pt x="1" y="85"/>
                    <a:pt x="1" y="182"/>
                  </a:cubicBezTo>
                  <a:lnTo>
                    <a:pt x="1" y="193"/>
                  </a:lnTo>
                  <a:cubicBezTo>
                    <a:pt x="1" y="290"/>
                    <a:pt x="84" y="375"/>
                    <a:pt x="181" y="375"/>
                  </a:cubicBezTo>
                  <a:lnTo>
                    <a:pt x="11593" y="375"/>
                  </a:lnTo>
                  <a:cubicBezTo>
                    <a:pt x="11701" y="375"/>
                    <a:pt x="11773" y="290"/>
                    <a:pt x="11773" y="193"/>
                  </a:cubicBezTo>
                  <a:lnTo>
                    <a:pt x="11773" y="182"/>
                  </a:lnTo>
                  <a:cubicBezTo>
                    <a:pt x="11773" y="85"/>
                    <a:pt x="11701" y="0"/>
                    <a:pt x="115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449AF8-8CE2-BF87-3646-1B7B03870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3341"/>
            <a:ext cx="7704000" cy="6096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hu-HU" dirty="0"/>
              <a:t>Célok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01335B-9F47-E9CD-CBC8-37A27B047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1940" y="586591"/>
            <a:ext cx="8465820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just">
              <a:buFont typeface="Wingdings" panose="05000000000000000000" pitchFamily="2" charset="2"/>
              <a:buChar char="§"/>
            </a:pPr>
            <a:r>
              <a:rPr lang="hu-HU" altLang="hu-HU" sz="2800" dirty="0"/>
              <a:t>Egyszerűen használható, modern és felhasználóbarát felület kialakítása</a:t>
            </a:r>
          </a:p>
          <a:p>
            <a:pPr indent="-457200" algn="just">
              <a:buFont typeface="Wingdings" panose="05000000000000000000" pitchFamily="2" charset="2"/>
              <a:buChar char="§"/>
            </a:pPr>
            <a:r>
              <a:rPr lang="hu-HU" altLang="hu-HU" sz="2800" dirty="0"/>
              <a:t>Hatékony fejlődés támogatása személyre szabható edzéstervekkel</a:t>
            </a:r>
          </a:p>
          <a:p>
            <a:pPr indent="-457200" algn="just">
              <a:buFont typeface="Wingdings" panose="05000000000000000000" pitchFamily="2" charset="2"/>
              <a:buChar char="§"/>
            </a:pPr>
            <a:r>
              <a:rPr lang="hu-HU" altLang="hu-HU" sz="2800" dirty="0"/>
              <a:t>Az edzések, testméretek és táplálkozási adatok rendszerezett követése</a:t>
            </a:r>
          </a:p>
          <a:p>
            <a:pPr indent="-457200" algn="just">
              <a:buFont typeface="Wingdings" panose="05000000000000000000" pitchFamily="2" charset="2"/>
              <a:buChar char="§"/>
            </a:pPr>
            <a:r>
              <a:rPr lang="hu-HU" altLang="hu-HU" sz="2800" dirty="0"/>
              <a:t>Motiváció növelése kihívásokkal és célkövetéssel</a:t>
            </a:r>
          </a:p>
          <a:p>
            <a:pPr indent="-457200" algn="just">
              <a:buFont typeface="Wingdings" panose="05000000000000000000" pitchFamily="2" charset="2"/>
              <a:buChar char="§"/>
            </a:pPr>
            <a:r>
              <a:rPr lang="hu-HU" altLang="hu-HU" sz="2800" dirty="0"/>
              <a:t>Egy olyan digitális eszköz megalkotása, amely hosszú távon is támogatja a felhasználó sporttevékenységét</a:t>
            </a:r>
          </a:p>
        </p:txBody>
      </p:sp>
    </p:spTree>
    <p:extLst>
      <p:ext uri="{BB962C8B-B14F-4D97-AF65-F5344CB8AC3E}">
        <p14:creationId xmlns:p14="http://schemas.microsoft.com/office/powerpoint/2010/main" val="2091325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43"/>
          <p:cNvGrpSpPr/>
          <p:nvPr/>
        </p:nvGrpSpPr>
        <p:grpSpPr>
          <a:xfrm flipH="1">
            <a:off x="7346510" y="991467"/>
            <a:ext cx="1421359" cy="2245755"/>
            <a:chOff x="3260267" y="1432018"/>
            <a:chExt cx="2148367" cy="3394429"/>
          </a:xfrm>
        </p:grpSpPr>
        <p:sp>
          <p:nvSpPr>
            <p:cNvPr id="421" name="Google Shape;421;p43"/>
            <p:cNvSpPr/>
            <p:nvPr/>
          </p:nvSpPr>
          <p:spPr>
            <a:xfrm>
              <a:off x="3260267" y="2986172"/>
              <a:ext cx="389423" cy="393118"/>
            </a:xfrm>
            <a:custGeom>
              <a:avLst/>
              <a:gdLst/>
              <a:ahLst/>
              <a:cxnLst/>
              <a:rect l="l" t="t" r="r" b="b"/>
              <a:pathLst>
                <a:path w="4098" h="4137" extrusionOk="0">
                  <a:moveTo>
                    <a:pt x="3119" y="0"/>
                  </a:moveTo>
                  <a:cubicBezTo>
                    <a:pt x="3035" y="0"/>
                    <a:pt x="2956" y="37"/>
                    <a:pt x="2904" y="108"/>
                  </a:cubicBezTo>
                  <a:lnTo>
                    <a:pt x="97" y="3747"/>
                  </a:lnTo>
                  <a:cubicBezTo>
                    <a:pt x="1" y="3867"/>
                    <a:pt x="73" y="4060"/>
                    <a:pt x="229" y="4108"/>
                  </a:cubicBezTo>
                  <a:cubicBezTo>
                    <a:pt x="290" y="4127"/>
                    <a:pt x="352" y="4137"/>
                    <a:pt x="414" y="4137"/>
                  </a:cubicBezTo>
                  <a:cubicBezTo>
                    <a:pt x="513" y="4137"/>
                    <a:pt x="611" y="4112"/>
                    <a:pt x="700" y="4060"/>
                  </a:cubicBezTo>
                  <a:lnTo>
                    <a:pt x="3145" y="2662"/>
                  </a:lnTo>
                  <a:cubicBezTo>
                    <a:pt x="3218" y="2627"/>
                    <a:pt x="3242" y="2530"/>
                    <a:pt x="3194" y="2445"/>
                  </a:cubicBezTo>
                  <a:cubicBezTo>
                    <a:pt x="3097" y="2301"/>
                    <a:pt x="3013" y="1952"/>
                    <a:pt x="3218" y="1602"/>
                  </a:cubicBezTo>
                  <a:cubicBezTo>
                    <a:pt x="3423" y="1253"/>
                    <a:pt x="3785" y="1265"/>
                    <a:pt x="3965" y="1216"/>
                  </a:cubicBezTo>
                  <a:cubicBezTo>
                    <a:pt x="4061" y="1192"/>
                    <a:pt x="4098" y="1084"/>
                    <a:pt x="4037" y="999"/>
                  </a:cubicBezTo>
                  <a:lnTo>
                    <a:pt x="3965" y="879"/>
                  </a:lnTo>
                  <a:cubicBezTo>
                    <a:pt x="3965" y="867"/>
                    <a:pt x="3953" y="855"/>
                    <a:pt x="3941" y="843"/>
                  </a:cubicBezTo>
                  <a:lnTo>
                    <a:pt x="3327" y="84"/>
                  </a:lnTo>
                  <a:cubicBezTo>
                    <a:pt x="3265" y="28"/>
                    <a:pt x="3190" y="0"/>
                    <a:pt x="3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2" name="Google Shape;422;p43"/>
            <p:cNvGrpSpPr/>
            <p:nvPr/>
          </p:nvGrpSpPr>
          <p:grpSpPr>
            <a:xfrm>
              <a:off x="3544301" y="1432018"/>
              <a:ext cx="1864333" cy="3394429"/>
              <a:chOff x="3544301" y="1432018"/>
              <a:chExt cx="1864333" cy="3394429"/>
            </a:xfrm>
          </p:grpSpPr>
          <p:sp>
            <p:nvSpPr>
              <p:cNvPr id="423" name="Google Shape;423;p43"/>
              <p:cNvSpPr/>
              <p:nvPr/>
            </p:nvSpPr>
            <p:spPr>
              <a:xfrm>
                <a:off x="4388136" y="1687829"/>
                <a:ext cx="555531" cy="259038"/>
              </a:xfrm>
              <a:custGeom>
                <a:avLst/>
                <a:gdLst/>
                <a:ahLst/>
                <a:cxnLst/>
                <a:rect l="l" t="t" r="r" b="b"/>
                <a:pathLst>
                  <a:path w="5846" h="2726" extrusionOk="0">
                    <a:moveTo>
                      <a:pt x="1" y="1576"/>
                    </a:moveTo>
                    <a:cubicBezTo>
                      <a:pt x="1" y="1576"/>
                      <a:pt x="1" y="1576"/>
                      <a:pt x="1" y="1576"/>
                    </a:cubicBezTo>
                    <a:lnTo>
                      <a:pt x="1" y="1576"/>
                    </a:lnTo>
                    <a:cubicBezTo>
                      <a:pt x="1" y="1576"/>
                      <a:pt x="1" y="1576"/>
                      <a:pt x="1" y="1576"/>
                    </a:cubicBezTo>
                    <a:close/>
                    <a:moveTo>
                      <a:pt x="3683" y="1"/>
                    </a:moveTo>
                    <a:cubicBezTo>
                      <a:pt x="3309" y="1"/>
                      <a:pt x="2894" y="145"/>
                      <a:pt x="2448" y="515"/>
                    </a:cubicBezTo>
                    <a:cubicBezTo>
                      <a:pt x="1279" y="1483"/>
                      <a:pt x="646" y="1689"/>
                      <a:pt x="319" y="1689"/>
                    </a:cubicBezTo>
                    <a:cubicBezTo>
                      <a:pt x="80" y="1689"/>
                      <a:pt x="4" y="1580"/>
                      <a:pt x="1" y="1576"/>
                    </a:cubicBezTo>
                    <a:lnTo>
                      <a:pt x="1" y="1576"/>
                    </a:lnTo>
                    <a:cubicBezTo>
                      <a:pt x="11" y="1590"/>
                      <a:pt x="775" y="2726"/>
                      <a:pt x="1925" y="2726"/>
                    </a:cubicBezTo>
                    <a:cubicBezTo>
                      <a:pt x="2396" y="2726"/>
                      <a:pt x="2932" y="2535"/>
                      <a:pt x="3508" y="1998"/>
                    </a:cubicBezTo>
                    <a:cubicBezTo>
                      <a:pt x="3508" y="1998"/>
                      <a:pt x="3947" y="1493"/>
                      <a:pt x="4534" y="1493"/>
                    </a:cubicBezTo>
                    <a:cubicBezTo>
                      <a:pt x="4890" y="1493"/>
                      <a:pt x="5301" y="1679"/>
                      <a:pt x="5701" y="2275"/>
                    </a:cubicBezTo>
                    <a:lnTo>
                      <a:pt x="5846" y="1829"/>
                    </a:lnTo>
                    <a:cubicBezTo>
                      <a:pt x="5846" y="1829"/>
                      <a:pt x="5016" y="1"/>
                      <a:pt x="36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43"/>
              <p:cNvSpPr/>
              <p:nvPr/>
            </p:nvSpPr>
            <p:spPr>
              <a:xfrm>
                <a:off x="4608027" y="2343605"/>
                <a:ext cx="307034" cy="473129"/>
              </a:xfrm>
              <a:custGeom>
                <a:avLst/>
                <a:gdLst/>
                <a:ahLst/>
                <a:cxnLst/>
                <a:rect l="l" t="t" r="r" b="b"/>
                <a:pathLst>
                  <a:path w="3231" h="4979" extrusionOk="0">
                    <a:moveTo>
                      <a:pt x="2387" y="1"/>
                    </a:moveTo>
                    <a:lnTo>
                      <a:pt x="1" y="2676"/>
                    </a:lnTo>
                    <a:lnTo>
                      <a:pt x="362" y="4978"/>
                    </a:lnTo>
                    <a:lnTo>
                      <a:pt x="3230" y="1797"/>
                    </a:lnTo>
                    <a:lnTo>
                      <a:pt x="2387" y="1"/>
                    </a:lnTo>
                    <a:close/>
                  </a:path>
                </a:pathLst>
              </a:custGeom>
              <a:solidFill>
                <a:srgbClr val="F1AD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43"/>
              <p:cNvSpPr/>
              <p:nvPr/>
            </p:nvSpPr>
            <p:spPr>
              <a:xfrm>
                <a:off x="4462636" y="2211994"/>
                <a:ext cx="265792" cy="628780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6617" extrusionOk="0">
                    <a:moveTo>
                      <a:pt x="1254" y="1"/>
                    </a:moveTo>
                    <a:cubicBezTo>
                      <a:pt x="989" y="3375"/>
                      <a:pt x="1" y="4712"/>
                      <a:pt x="350" y="5929"/>
                    </a:cubicBezTo>
                    <a:cubicBezTo>
                      <a:pt x="497" y="6465"/>
                      <a:pt x="809" y="6616"/>
                      <a:pt x="1114" y="6616"/>
                    </a:cubicBezTo>
                    <a:cubicBezTo>
                      <a:pt x="1509" y="6616"/>
                      <a:pt x="1892" y="6363"/>
                      <a:pt x="1892" y="6363"/>
                    </a:cubicBezTo>
                    <a:cubicBezTo>
                      <a:pt x="2796" y="3844"/>
                      <a:pt x="1940" y="133"/>
                      <a:pt x="1940" y="133"/>
                    </a:cubicBez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F5B9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43"/>
              <p:cNvSpPr/>
              <p:nvPr/>
            </p:nvSpPr>
            <p:spPr>
              <a:xfrm>
                <a:off x="3544301" y="3067325"/>
                <a:ext cx="1286007" cy="620513"/>
              </a:xfrm>
              <a:custGeom>
                <a:avLst/>
                <a:gdLst/>
                <a:ahLst/>
                <a:cxnLst/>
                <a:rect l="l" t="t" r="r" b="b"/>
                <a:pathLst>
                  <a:path w="13533" h="6530" extrusionOk="0">
                    <a:moveTo>
                      <a:pt x="338" y="1"/>
                    </a:moveTo>
                    <a:lnTo>
                      <a:pt x="0" y="1326"/>
                    </a:lnTo>
                    <a:lnTo>
                      <a:pt x="6254" y="6484"/>
                    </a:lnTo>
                    <a:cubicBezTo>
                      <a:pt x="6315" y="6496"/>
                      <a:pt x="6363" y="6508"/>
                      <a:pt x="6423" y="6521"/>
                    </a:cubicBezTo>
                    <a:cubicBezTo>
                      <a:pt x="6514" y="6526"/>
                      <a:pt x="6609" y="6529"/>
                      <a:pt x="6707" y="6529"/>
                    </a:cubicBezTo>
                    <a:cubicBezTo>
                      <a:pt x="9222" y="6529"/>
                      <a:pt x="13532" y="4665"/>
                      <a:pt x="13532" y="4665"/>
                    </a:cubicBezTo>
                    <a:lnTo>
                      <a:pt x="11677" y="2435"/>
                    </a:lnTo>
                    <a:cubicBezTo>
                      <a:pt x="11570" y="2361"/>
                      <a:pt x="11417" y="2328"/>
                      <a:pt x="11230" y="2328"/>
                    </a:cubicBezTo>
                    <a:cubicBezTo>
                      <a:pt x="9809" y="2328"/>
                      <a:pt x="6423" y="4218"/>
                      <a:pt x="6423" y="4218"/>
                    </a:cubicBezTo>
                    <a:cubicBezTo>
                      <a:pt x="5724" y="2496"/>
                      <a:pt x="2820" y="1724"/>
                      <a:pt x="2820" y="1724"/>
                    </a:cubicBezTo>
                    <a:lnTo>
                      <a:pt x="338" y="1"/>
                    </a:lnTo>
                    <a:close/>
                  </a:path>
                </a:pathLst>
              </a:custGeom>
              <a:solidFill>
                <a:srgbClr val="F5B9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43"/>
              <p:cNvSpPr/>
              <p:nvPr/>
            </p:nvSpPr>
            <p:spPr>
              <a:xfrm>
                <a:off x="4500362" y="1866193"/>
                <a:ext cx="163922" cy="303510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3194" extrusionOk="0">
                    <a:moveTo>
                      <a:pt x="483" y="0"/>
                    </a:moveTo>
                    <a:lnTo>
                      <a:pt x="1" y="73"/>
                    </a:lnTo>
                    <a:lnTo>
                      <a:pt x="857" y="3193"/>
                    </a:lnTo>
                    <a:lnTo>
                      <a:pt x="1725" y="2892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43"/>
              <p:cNvSpPr/>
              <p:nvPr/>
            </p:nvSpPr>
            <p:spPr>
              <a:xfrm>
                <a:off x="4385855" y="1761949"/>
                <a:ext cx="208490" cy="162683"/>
              </a:xfrm>
              <a:custGeom>
                <a:avLst/>
                <a:gdLst/>
                <a:ahLst/>
                <a:cxnLst/>
                <a:rect l="l" t="t" r="r" b="b"/>
                <a:pathLst>
                  <a:path w="2194" h="1712" extrusionOk="0">
                    <a:moveTo>
                      <a:pt x="1" y="0"/>
                    </a:moveTo>
                    <a:lnTo>
                      <a:pt x="1363" y="1711"/>
                    </a:lnTo>
                    <a:lnTo>
                      <a:pt x="1869" y="1519"/>
                    </a:lnTo>
                    <a:lnTo>
                      <a:pt x="2194" y="832"/>
                    </a:lnTo>
                    <a:lnTo>
                      <a:pt x="2194" y="832"/>
                    </a:lnTo>
                    <a:cubicBezTo>
                      <a:pt x="2194" y="832"/>
                      <a:pt x="2164" y="835"/>
                      <a:pt x="2108" y="835"/>
                    </a:cubicBezTo>
                    <a:cubicBezTo>
                      <a:pt x="1841" y="835"/>
                      <a:pt x="979" y="769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43"/>
              <p:cNvSpPr/>
              <p:nvPr/>
            </p:nvSpPr>
            <p:spPr>
              <a:xfrm>
                <a:off x="4192381" y="1432018"/>
                <a:ext cx="438647" cy="415734"/>
              </a:xfrm>
              <a:custGeom>
                <a:avLst/>
                <a:gdLst/>
                <a:ahLst/>
                <a:cxnLst/>
                <a:rect l="l" t="t" r="r" b="b"/>
                <a:pathLst>
                  <a:path w="4616" h="4375" extrusionOk="0">
                    <a:moveTo>
                      <a:pt x="722" y="208"/>
                    </a:moveTo>
                    <a:cubicBezTo>
                      <a:pt x="899" y="208"/>
                      <a:pt x="1121" y="268"/>
                      <a:pt x="1375" y="376"/>
                    </a:cubicBezTo>
                    <a:cubicBezTo>
                      <a:pt x="1881" y="593"/>
                      <a:pt x="2447" y="990"/>
                      <a:pt x="2977" y="1496"/>
                    </a:cubicBezTo>
                    <a:cubicBezTo>
                      <a:pt x="3495" y="2002"/>
                      <a:pt x="3917" y="2556"/>
                      <a:pt x="4146" y="3063"/>
                    </a:cubicBezTo>
                    <a:cubicBezTo>
                      <a:pt x="4363" y="3520"/>
                      <a:pt x="4399" y="3882"/>
                      <a:pt x="4243" y="4051"/>
                    </a:cubicBezTo>
                    <a:cubicBezTo>
                      <a:pt x="4167" y="4127"/>
                      <a:pt x="4052" y="4163"/>
                      <a:pt x="3905" y="4163"/>
                    </a:cubicBezTo>
                    <a:cubicBezTo>
                      <a:pt x="3726" y="4163"/>
                      <a:pt x="3501" y="4108"/>
                      <a:pt x="3242" y="4002"/>
                    </a:cubicBezTo>
                    <a:cubicBezTo>
                      <a:pt x="2736" y="3786"/>
                      <a:pt x="2170" y="3376"/>
                      <a:pt x="1640" y="2870"/>
                    </a:cubicBezTo>
                    <a:cubicBezTo>
                      <a:pt x="1121" y="2364"/>
                      <a:pt x="700" y="1809"/>
                      <a:pt x="459" y="1316"/>
                    </a:cubicBezTo>
                    <a:cubicBezTo>
                      <a:pt x="242" y="845"/>
                      <a:pt x="218" y="496"/>
                      <a:pt x="374" y="328"/>
                    </a:cubicBezTo>
                    <a:cubicBezTo>
                      <a:pt x="435" y="267"/>
                      <a:pt x="507" y="231"/>
                      <a:pt x="603" y="219"/>
                    </a:cubicBezTo>
                    <a:cubicBezTo>
                      <a:pt x="640" y="212"/>
                      <a:pt x="680" y="208"/>
                      <a:pt x="722" y="208"/>
                    </a:cubicBezTo>
                    <a:close/>
                    <a:moveTo>
                      <a:pt x="708" y="1"/>
                    </a:moveTo>
                    <a:cubicBezTo>
                      <a:pt x="505" y="1"/>
                      <a:pt x="342" y="58"/>
                      <a:pt x="229" y="170"/>
                    </a:cubicBezTo>
                    <a:cubicBezTo>
                      <a:pt x="1" y="411"/>
                      <a:pt x="12" y="845"/>
                      <a:pt x="277" y="1400"/>
                    </a:cubicBezTo>
                    <a:cubicBezTo>
                      <a:pt x="518" y="1918"/>
                      <a:pt x="952" y="2497"/>
                      <a:pt x="1495" y="3027"/>
                    </a:cubicBezTo>
                    <a:cubicBezTo>
                      <a:pt x="2037" y="3545"/>
                      <a:pt x="2628" y="3967"/>
                      <a:pt x="3158" y="4195"/>
                    </a:cubicBezTo>
                    <a:cubicBezTo>
                      <a:pt x="3451" y="4312"/>
                      <a:pt x="3703" y="4374"/>
                      <a:pt x="3911" y="4374"/>
                    </a:cubicBezTo>
                    <a:cubicBezTo>
                      <a:pt x="3960" y="4374"/>
                      <a:pt x="4006" y="4371"/>
                      <a:pt x="4050" y="4364"/>
                    </a:cubicBezTo>
                    <a:cubicBezTo>
                      <a:pt x="4194" y="4340"/>
                      <a:pt x="4302" y="4280"/>
                      <a:pt x="4387" y="4195"/>
                    </a:cubicBezTo>
                    <a:cubicBezTo>
                      <a:pt x="4616" y="3954"/>
                      <a:pt x="4604" y="3520"/>
                      <a:pt x="4339" y="2966"/>
                    </a:cubicBezTo>
                    <a:cubicBezTo>
                      <a:pt x="4098" y="2448"/>
                      <a:pt x="3664" y="1870"/>
                      <a:pt x="3121" y="1340"/>
                    </a:cubicBezTo>
                    <a:cubicBezTo>
                      <a:pt x="2580" y="821"/>
                      <a:pt x="1977" y="400"/>
                      <a:pt x="1447" y="183"/>
                    </a:cubicBezTo>
                    <a:cubicBezTo>
                      <a:pt x="1166" y="61"/>
                      <a:pt x="916" y="1"/>
                      <a:pt x="7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43"/>
              <p:cNvSpPr/>
              <p:nvPr/>
            </p:nvSpPr>
            <p:spPr>
              <a:xfrm>
                <a:off x="4237044" y="1573037"/>
                <a:ext cx="373363" cy="229105"/>
              </a:xfrm>
              <a:custGeom>
                <a:avLst/>
                <a:gdLst/>
                <a:ahLst/>
                <a:cxnLst/>
                <a:rect l="l" t="t" r="r" b="b"/>
                <a:pathLst>
                  <a:path w="3929" h="2411" extrusionOk="0">
                    <a:moveTo>
                      <a:pt x="0" y="0"/>
                    </a:moveTo>
                    <a:lnTo>
                      <a:pt x="0" y="12"/>
                    </a:lnTo>
                    <a:lnTo>
                      <a:pt x="3917" y="2410"/>
                    </a:lnTo>
                    <a:lnTo>
                      <a:pt x="3929" y="23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130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43"/>
              <p:cNvSpPr/>
              <p:nvPr/>
            </p:nvSpPr>
            <p:spPr>
              <a:xfrm>
                <a:off x="4214142" y="1505379"/>
                <a:ext cx="390563" cy="232621"/>
              </a:xfrm>
              <a:custGeom>
                <a:avLst/>
                <a:gdLst/>
                <a:ahLst/>
                <a:cxnLst/>
                <a:rect l="l" t="t" r="r" b="b"/>
                <a:pathLst>
                  <a:path w="4110" h="2448" extrusionOk="0">
                    <a:moveTo>
                      <a:pt x="0" y="1"/>
                    </a:moveTo>
                    <a:lnTo>
                      <a:pt x="0" y="13"/>
                    </a:lnTo>
                    <a:lnTo>
                      <a:pt x="4110" y="2448"/>
                    </a:lnTo>
                    <a:lnTo>
                      <a:pt x="4110" y="24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4130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43"/>
              <p:cNvSpPr/>
              <p:nvPr/>
            </p:nvSpPr>
            <p:spPr>
              <a:xfrm>
                <a:off x="4217563" y="1456250"/>
                <a:ext cx="340198" cy="19936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2098" extrusionOk="0">
                    <a:moveTo>
                      <a:pt x="12" y="0"/>
                    </a:moveTo>
                    <a:lnTo>
                      <a:pt x="1" y="12"/>
                    </a:lnTo>
                    <a:lnTo>
                      <a:pt x="3568" y="2097"/>
                    </a:lnTo>
                    <a:lnTo>
                      <a:pt x="3579" y="208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4130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43"/>
              <p:cNvSpPr/>
              <p:nvPr/>
            </p:nvSpPr>
            <p:spPr>
              <a:xfrm>
                <a:off x="4243886" y="1442471"/>
                <a:ext cx="139785" cy="311587"/>
              </a:xfrm>
              <a:custGeom>
                <a:avLst/>
                <a:gdLst/>
                <a:ahLst/>
                <a:cxnLst/>
                <a:rect l="l" t="t" r="r" b="b"/>
                <a:pathLst>
                  <a:path w="1471" h="3279" extrusionOk="0">
                    <a:moveTo>
                      <a:pt x="1" y="1"/>
                    </a:moveTo>
                    <a:lnTo>
                      <a:pt x="1459" y="3278"/>
                    </a:lnTo>
                    <a:lnTo>
                      <a:pt x="1471" y="3266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4130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43"/>
              <p:cNvSpPr/>
              <p:nvPr/>
            </p:nvSpPr>
            <p:spPr>
              <a:xfrm>
                <a:off x="4387090" y="1497491"/>
                <a:ext cx="153564" cy="340094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3579" extrusionOk="0">
                    <a:moveTo>
                      <a:pt x="12" y="0"/>
                    </a:moveTo>
                    <a:lnTo>
                      <a:pt x="0" y="12"/>
                    </a:lnTo>
                    <a:lnTo>
                      <a:pt x="1603" y="3579"/>
                    </a:lnTo>
                    <a:lnTo>
                      <a:pt x="1615" y="357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4130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43"/>
              <p:cNvSpPr/>
              <p:nvPr/>
            </p:nvSpPr>
            <p:spPr>
              <a:xfrm>
                <a:off x="4475180" y="1561539"/>
                <a:ext cx="120400" cy="268066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2821" extrusionOk="0">
                    <a:moveTo>
                      <a:pt x="13" y="1"/>
                    </a:moveTo>
                    <a:lnTo>
                      <a:pt x="1" y="12"/>
                    </a:lnTo>
                    <a:lnTo>
                      <a:pt x="1254" y="2821"/>
                    </a:lnTo>
                    <a:lnTo>
                      <a:pt x="1267" y="2808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4130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43"/>
              <p:cNvSpPr/>
              <p:nvPr/>
            </p:nvSpPr>
            <p:spPr>
              <a:xfrm>
                <a:off x="4303467" y="1444752"/>
                <a:ext cx="164968" cy="367652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3869" extrusionOk="0">
                    <a:moveTo>
                      <a:pt x="0" y="1"/>
                    </a:moveTo>
                    <a:lnTo>
                      <a:pt x="1724" y="3868"/>
                    </a:lnTo>
                    <a:lnTo>
                      <a:pt x="1735" y="3868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4130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43"/>
              <p:cNvSpPr/>
              <p:nvPr/>
            </p:nvSpPr>
            <p:spPr>
              <a:xfrm>
                <a:off x="4771853" y="2297802"/>
                <a:ext cx="600099" cy="723805"/>
              </a:xfrm>
              <a:custGeom>
                <a:avLst/>
                <a:gdLst/>
                <a:ahLst/>
                <a:cxnLst/>
                <a:rect l="l" t="t" r="r" b="b"/>
                <a:pathLst>
                  <a:path w="6315" h="7617" extrusionOk="0">
                    <a:moveTo>
                      <a:pt x="6026" y="1"/>
                    </a:moveTo>
                    <a:lnTo>
                      <a:pt x="2724" y="1158"/>
                    </a:lnTo>
                    <a:lnTo>
                      <a:pt x="663" y="483"/>
                    </a:lnTo>
                    <a:cubicBezTo>
                      <a:pt x="663" y="483"/>
                      <a:pt x="169" y="2448"/>
                      <a:pt x="0" y="6762"/>
                    </a:cubicBezTo>
                    <a:lnTo>
                      <a:pt x="3145" y="7617"/>
                    </a:lnTo>
                    <a:cubicBezTo>
                      <a:pt x="3145" y="7617"/>
                      <a:pt x="4302" y="5026"/>
                      <a:pt x="4869" y="4146"/>
                    </a:cubicBezTo>
                    <a:cubicBezTo>
                      <a:pt x="5386" y="3351"/>
                      <a:pt x="6315" y="2448"/>
                      <a:pt x="60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43"/>
              <p:cNvSpPr/>
              <p:nvPr/>
            </p:nvSpPr>
            <p:spPr>
              <a:xfrm>
                <a:off x="4989368" y="2086084"/>
                <a:ext cx="190245" cy="302370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3182" extrusionOk="0">
                    <a:moveTo>
                      <a:pt x="1929" y="0"/>
                    </a:moveTo>
                    <a:lnTo>
                      <a:pt x="1" y="36"/>
                    </a:lnTo>
                    <a:lnTo>
                      <a:pt x="61" y="2241"/>
                    </a:lnTo>
                    <a:cubicBezTo>
                      <a:pt x="73" y="2764"/>
                      <a:pt x="495" y="3182"/>
                      <a:pt x="1016" y="3182"/>
                    </a:cubicBezTo>
                    <a:cubicBezTo>
                      <a:pt x="1023" y="3182"/>
                      <a:pt x="1030" y="3181"/>
                      <a:pt x="1037" y="3181"/>
                    </a:cubicBezTo>
                    <a:cubicBezTo>
                      <a:pt x="1567" y="3181"/>
                      <a:pt x="2001" y="2735"/>
                      <a:pt x="1989" y="2205"/>
                    </a:cubicBezTo>
                    <a:lnTo>
                      <a:pt x="1929" y="0"/>
                    </a:lnTo>
                    <a:close/>
                  </a:path>
                </a:pathLst>
              </a:custGeom>
              <a:solidFill>
                <a:srgbClr val="F6C4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43"/>
              <p:cNvSpPr/>
              <p:nvPr/>
            </p:nvSpPr>
            <p:spPr>
              <a:xfrm>
                <a:off x="4979010" y="2152412"/>
                <a:ext cx="214287" cy="102627"/>
              </a:xfrm>
              <a:custGeom>
                <a:avLst/>
                <a:gdLst/>
                <a:ahLst/>
                <a:cxnLst/>
                <a:rect l="l" t="t" r="r" b="b"/>
                <a:pathLst>
                  <a:path w="2255" h="1080" extrusionOk="0">
                    <a:moveTo>
                      <a:pt x="2025" y="1"/>
                    </a:moveTo>
                    <a:lnTo>
                      <a:pt x="1" y="290"/>
                    </a:lnTo>
                    <a:cubicBezTo>
                      <a:pt x="1" y="290"/>
                      <a:pt x="308" y="1079"/>
                      <a:pt x="1151" y="1079"/>
                    </a:cubicBezTo>
                    <a:cubicBezTo>
                      <a:pt x="1221" y="1079"/>
                      <a:pt x="1296" y="1074"/>
                      <a:pt x="1375" y="1061"/>
                    </a:cubicBezTo>
                    <a:cubicBezTo>
                      <a:pt x="2255" y="928"/>
                      <a:pt x="2025" y="1"/>
                      <a:pt x="2025" y="1"/>
                    </a:cubicBezTo>
                    <a:close/>
                  </a:path>
                </a:pathLst>
              </a:custGeom>
              <a:solidFill>
                <a:srgbClr val="F5B9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43"/>
              <p:cNvSpPr/>
              <p:nvPr/>
            </p:nvSpPr>
            <p:spPr>
              <a:xfrm>
                <a:off x="4894342" y="1803856"/>
                <a:ext cx="367661" cy="420296"/>
              </a:xfrm>
              <a:custGeom>
                <a:avLst/>
                <a:gdLst/>
                <a:ahLst/>
                <a:cxnLst/>
                <a:rect l="l" t="t" r="r" b="b"/>
                <a:pathLst>
                  <a:path w="3869" h="4423" extrusionOk="0">
                    <a:moveTo>
                      <a:pt x="2002" y="0"/>
                    </a:moveTo>
                    <a:cubicBezTo>
                      <a:pt x="1958" y="0"/>
                      <a:pt x="1913" y="2"/>
                      <a:pt x="1869" y="6"/>
                    </a:cubicBezTo>
                    <a:lnTo>
                      <a:pt x="1628" y="30"/>
                    </a:lnTo>
                    <a:cubicBezTo>
                      <a:pt x="688" y="102"/>
                      <a:pt x="0" y="921"/>
                      <a:pt x="73" y="1861"/>
                    </a:cubicBezTo>
                    <a:lnTo>
                      <a:pt x="157" y="2861"/>
                    </a:lnTo>
                    <a:cubicBezTo>
                      <a:pt x="226" y="3750"/>
                      <a:pt x="962" y="4423"/>
                      <a:pt x="1836" y="4423"/>
                    </a:cubicBezTo>
                    <a:cubicBezTo>
                      <a:pt x="1887" y="4423"/>
                      <a:pt x="1938" y="4421"/>
                      <a:pt x="1989" y="4416"/>
                    </a:cubicBezTo>
                    <a:lnTo>
                      <a:pt x="2230" y="4404"/>
                    </a:lnTo>
                    <a:cubicBezTo>
                      <a:pt x="3170" y="4320"/>
                      <a:pt x="3869" y="3500"/>
                      <a:pt x="3784" y="2560"/>
                    </a:cubicBezTo>
                    <a:lnTo>
                      <a:pt x="3712" y="1560"/>
                    </a:lnTo>
                    <a:cubicBezTo>
                      <a:pt x="3632" y="676"/>
                      <a:pt x="2885" y="0"/>
                      <a:pt x="2002" y="0"/>
                    </a:cubicBezTo>
                    <a:close/>
                  </a:path>
                </a:pathLst>
              </a:custGeom>
              <a:solidFill>
                <a:srgbClr val="F6C4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43"/>
              <p:cNvSpPr/>
              <p:nvPr/>
            </p:nvSpPr>
            <p:spPr>
              <a:xfrm>
                <a:off x="4840557" y="2006832"/>
                <a:ext cx="121445" cy="117356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1235" extrusionOk="0">
                    <a:moveTo>
                      <a:pt x="635" y="0"/>
                    </a:moveTo>
                    <a:cubicBezTo>
                      <a:pt x="620" y="0"/>
                      <a:pt x="605" y="1"/>
                      <a:pt x="590" y="2"/>
                    </a:cubicBezTo>
                    <a:cubicBezTo>
                      <a:pt x="253" y="39"/>
                      <a:pt x="0" y="328"/>
                      <a:pt x="24" y="665"/>
                    </a:cubicBezTo>
                    <a:cubicBezTo>
                      <a:pt x="47" y="992"/>
                      <a:pt x="312" y="1235"/>
                      <a:pt x="622" y="1235"/>
                    </a:cubicBezTo>
                    <a:cubicBezTo>
                      <a:pt x="643" y="1235"/>
                      <a:pt x="665" y="1234"/>
                      <a:pt x="687" y="1231"/>
                    </a:cubicBezTo>
                    <a:cubicBezTo>
                      <a:pt x="1024" y="1207"/>
                      <a:pt x="1278" y="906"/>
                      <a:pt x="1254" y="569"/>
                    </a:cubicBezTo>
                    <a:cubicBezTo>
                      <a:pt x="1231" y="246"/>
                      <a:pt x="954" y="0"/>
                      <a:pt x="635" y="0"/>
                    </a:cubicBezTo>
                    <a:close/>
                  </a:path>
                </a:pathLst>
              </a:custGeom>
              <a:solidFill>
                <a:srgbClr val="F6C4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43"/>
              <p:cNvSpPr/>
              <p:nvPr/>
            </p:nvSpPr>
            <p:spPr>
              <a:xfrm>
                <a:off x="4487819" y="2021466"/>
                <a:ext cx="249732" cy="231386"/>
              </a:xfrm>
              <a:custGeom>
                <a:avLst/>
                <a:gdLst/>
                <a:ahLst/>
                <a:cxnLst/>
                <a:rect l="l" t="t" r="r" b="b"/>
                <a:pathLst>
                  <a:path w="2628" h="2435" extrusionOk="0">
                    <a:moveTo>
                      <a:pt x="1328" y="0"/>
                    </a:moveTo>
                    <a:cubicBezTo>
                      <a:pt x="743" y="0"/>
                      <a:pt x="217" y="411"/>
                      <a:pt x="109" y="1005"/>
                    </a:cubicBezTo>
                    <a:cubicBezTo>
                      <a:pt x="1" y="1668"/>
                      <a:pt x="446" y="2306"/>
                      <a:pt x="1109" y="2415"/>
                    </a:cubicBezTo>
                    <a:cubicBezTo>
                      <a:pt x="1181" y="2429"/>
                      <a:pt x="1252" y="2435"/>
                      <a:pt x="1323" y="2435"/>
                    </a:cubicBezTo>
                    <a:cubicBezTo>
                      <a:pt x="1894" y="2435"/>
                      <a:pt x="2412" y="2017"/>
                      <a:pt x="2519" y="1427"/>
                    </a:cubicBezTo>
                    <a:cubicBezTo>
                      <a:pt x="2628" y="764"/>
                      <a:pt x="2181" y="137"/>
                      <a:pt x="1531" y="17"/>
                    </a:cubicBezTo>
                    <a:cubicBezTo>
                      <a:pt x="1463" y="6"/>
                      <a:pt x="1395" y="0"/>
                      <a:pt x="1328" y="0"/>
                    </a:cubicBezTo>
                    <a:close/>
                  </a:path>
                </a:pathLst>
              </a:custGeom>
              <a:solidFill>
                <a:srgbClr val="F6C4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43"/>
              <p:cNvSpPr/>
              <p:nvPr/>
            </p:nvSpPr>
            <p:spPr>
              <a:xfrm>
                <a:off x="4471854" y="3114363"/>
                <a:ext cx="539376" cy="1626068"/>
              </a:xfrm>
              <a:custGeom>
                <a:avLst/>
                <a:gdLst/>
                <a:ahLst/>
                <a:cxnLst/>
                <a:rect l="l" t="t" r="r" b="b"/>
                <a:pathLst>
                  <a:path w="5676" h="17112" extrusionOk="0">
                    <a:moveTo>
                      <a:pt x="3904" y="0"/>
                    </a:moveTo>
                    <a:lnTo>
                      <a:pt x="518" y="1543"/>
                    </a:lnTo>
                    <a:cubicBezTo>
                      <a:pt x="0" y="2603"/>
                      <a:pt x="3434" y="7556"/>
                      <a:pt x="3434" y="7556"/>
                    </a:cubicBezTo>
                    <a:cubicBezTo>
                      <a:pt x="2458" y="9652"/>
                      <a:pt x="3193" y="12376"/>
                      <a:pt x="3193" y="12376"/>
                    </a:cubicBezTo>
                    <a:lnTo>
                      <a:pt x="2748" y="16979"/>
                    </a:lnTo>
                    <a:lnTo>
                      <a:pt x="4194" y="17112"/>
                    </a:lnTo>
                    <a:lnTo>
                      <a:pt x="5664" y="7255"/>
                    </a:lnTo>
                    <a:cubicBezTo>
                      <a:pt x="5675" y="7194"/>
                      <a:pt x="5675" y="7134"/>
                      <a:pt x="5675" y="7062"/>
                    </a:cubicBezTo>
                    <a:cubicBezTo>
                      <a:pt x="5447" y="4471"/>
                      <a:pt x="3904" y="0"/>
                      <a:pt x="3904" y="0"/>
                    </a:cubicBezTo>
                    <a:close/>
                  </a:path>
                </a:pathLst>
              </a:custGeom>
              <a:solidFill>
                <a:srgbClr val="F6C4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43"/>
              <p:cNvSpPr/>
              <p:nvPr/>
            </p:nvSpPr>
            <p:spPr>
              <a:xfrm>
                <a:off x="4704289" y="4651222"/>
                <a:ext cx="489012" cy="175226"/>
              </a:xfrm>
              <a:custGeom>
                <a:avLst/>
                <a:gdLst/>
                <a:ahLst/>
                <a:cxnLst/>
                <a:rect l="l" t="t" r="r" b="b"/>
                <a:pathLst>
                  <a:path w="5146" h="1844" extrusionOk="0">
                    <a:moveTo>
                      <a:pt x="2046" y="0"/>
                    </a:moveTo>
                    <a:cubicBezTo>
                      <a:pt x="1981" y="0"/>
                      <a:pt x="1923" y="52"/>
                      <a:pt x="1904" y="120"/>
                    </a:cubicBezTo>
                    <a:cubicBezTo>
                      <a:pt x="1856" y="276"/>
                      <a:pt x="1639" y="577"/>
                      <a:pt x="1229" y="637"/>
                    </a:cubicBezTo>
                    <a:cubicBezTo>
                      <a:pt x="1185" y="645"/>
                      <a:pt x="1144" y="649"/>
                      <a:pt x="1104" y="649"/>
                    </a:cubicBezTo>
                    <a:cubicBezTo>
                      <a:pt x="793" y="649"/>
                      <a:pt x="599" y="421"/>
                      <a:pt x="470" y="324"/>
                    </a:cubicBezTo>
                    <a:cubicBezTo>
                      <a:pt x="445" y="306"/>
                      <a:pt x="417" y="298"/>
                      <a:pt x="390" y="298"/>
                    </a:cubicBezTo>
                    <a:cubicBezTo>
                      <a:pt x="327" y="298"/>
                      <a:pt x="266" y="341"/>
                      <a:pt x="241" y="409"/>
                    </a:cubicBezTo>
                    <a:lnTo>
                      <a:pt x="205" y="529"/>
                    </a:lnTo>
                    <a:cubicBezTo>
                      <a:pt x="205" y="553"/>
                      <a:pt x="193" y="565"/>
                      <a:pt x="193" y="577"/>
                    </a:cubicBezTo>
                    <a:lnTo>
                      <a:pt x="12" y="1542"/>
                    </a:lnTo>
                    <a:cubicBezTo>
                      <a:pt x="0" y="1703"/>
                      <a:pt x="133" y="1843"/>
                      <a:pt x="293" y="1843"/>
                    </a:cubicBezTo>
                    <a:cubicBezTo>
                      <a:pt x="300" y="1843"/>
                      <a:pt x="306" y="1843"/>
                      <a:pt x="313" y="1842"/>
                    </a:cubicBezTo>
                    <a:lnTo>
                      <a:pt x="4892" y="1638"/>
                    </a:lnTo>
                    <a:cubicBezTo>
                      <a:pt x="5049" y="1638"/>
                      <a:pt x="5146" y="1457"/>
                      <a:pt x="5085" y="1312"/>
                    </a:cubicBezTo>
                    <a:cubicBezTo>
                      <a:pt x="5025" y="1156"/>
                      <a:pt x="4905" y="1035"/>
                      <a:pt x="4748" y="975"/>
                    </a:cubicBezTo>
                    <a:lnTo>
                      <a:pt x="2097" y="11"/>
                    </a:lnTo>
                    <a:cubicBezTo>
                      <a:pt x="2080" y="3"/>
                      <a:pt x="2063" y="0"/>
                      <a:pt x="20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43"/>
              <p:cNvSpPr/>
              <p:nvPr/>
            </p:nvSpPr>
            <p:spPr>
              <a:xfrm>
                <a:off x="4633209" y="2134167"/>
                <a:ext cx="775424" cy="337909"/>
              </a:xfrm>
              <a:custGeom>
                <a:avLst/>
                <a:gdLst/>
                <a:ahLst/>
                <a:cxnLst/>
                <a:rect l="l" t="t" r="r" b="b"/>
                <a:pathLst>
                  <a:path w="8160" h="3556" extrusionOk="0">
                    <a:moveTo>
                      <a:pt x="688" y="0"/>
                    </a:moveTo>
                    <a:lnTo>
                      <a:pt x="1" y="1205"/>
                    </a:lnTo>
                    <a:lnTo>
                      <a:pt x="4038" y="3471"/>
                    </a:lnTo>
                    <a:cubicBezTo>
                      <a:pt x="4141" y="3526"/>
                      <a:pt x="4259" y="3555"/>
                      <a:pt x="4379" y="3555"/>
                    </a:cubicBezTo>
                    <a:cubicBezTo>
                      <a:pt x="4442" y="3555"/>
                      <a:pt x="4506" y="3547"/>
                      <a:pt x="4568" y="3530"/>
                    </a:cubicBezTo>
                    <a:lnTo>
                      <a:pt x="4617" y="3506"/>
                    </a:lnTo>
                    <a:lnTo>
                      <a:pt x="7376" y="2748"/>
                    </a:lnTo>
                    <a:cubicBezTo>
                      <a:pt x="7882" y="2603"/>
                      <a:pt x="8159" y="2049"/>
                      <a:pt x="7967" y="1554"/>
                    </a:cubicBezTo>
                    <a:cubicBezTo>
                      <a:pt x="7824" y="1188"/>
                      <a:pt x="7475" y="961"/>
                      <a:pt x="7108" y="961"/>
                    </a:cubicBezTo>
                    <a:cubicBezTo>
                      <a:pt x="6980" y="961"/>
                      <a:pt x="6850" y="989"/>
                      <a:pt x="6725" y="1048"/>
                    </a:cubicBezTo>
                    <a:lnTo>
                      <a:pt x="4417" y="2122"/>
                    </a:lnTo>
                    <a:lnTo>
                      <a:pt x="4417" y="2122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F6C4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43"/>
              <p:cNvSpPr/>
              <p:nvPr/>
            </p:nvSpPr>
            <p:spPr>
              <a:xfrm>
                <a:off x="4401915" y="2940275"/>
                <a:ext cx="668804" cy="609300"/>
              </a:xfrm>
              <a:custGeom>
                <a:avLst/>
                <a:gdLst/>
                <a:ahLst/>
                <a:cxnLst/>
                <a:rect l="l" t="t" r="r" b="b"/>
                <a:pathLst>
                  <a:path w="7038" h="6412" extrusionOk="0">
                    <a:moveTo>
                      <a:pt x="3893" y="1"/>
                    </a:moveTo>
                    <a:cubicBezTo>
                      <a:pt x="3893" y="1"/>
                      <a:pt x="651" y="1651"/>
                      <a:pt x="1" y="4315"/>
                    </a:cubicBezTo>
                    <a:lnTo>
                      <a:pt x="6038" y="6412"/>
                    </a:lnTo>
                    <a:cubicBezTo>
                      <a:pt x="6038" y="6412"/>
                      <a:pt x="6556" y="3568"/>
                      <a:pt x="7038" y="856"/>
                    </a:cubicBezTo>
                    <a:lnTo>
                      <a:pt x="38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43"/>
              <p:cNvSpPr/>
              <p:nvPr/>
            </p:nvSpPr>
            <p:spPr>
              <a:xfrm>
                <a:off x="4901184" y="1934897"/>
                <a:ext cx="73361" cy="108233"/>
              </a:xfrm>
              <a:custGeom>
                <a:avLst/>
                <a:gdLst/>
                <a:ahLst/>
                <a:cxnLst/>
                <a:rect l="l" t="t" r="r" b="b"/>
                <a:pathLst>
                  <a:path w="772" h="1139" extrusionOk="0">
                    <a:moveTo>
                      <a:pt x="772" y="0"/>
                    </a:moveTo>
                    <a:lnTo>
                      <a:pt x="1" y="482"/>
                    </a:lnTo>
                    <a:lnTo>
                      <a:pt x="85" y="1024"/>
                    </a:lnTo>
                    <a:cubicBezTo>
                      <a:pt x="99" y="1099"/>
                      <a:pt x="161" y="1139"/>
                      <a:pt x="222" y="1139"/>
                    </a:cubicBezTo>
                    <a:cubicBezTo>
                      <a:pt x="270" y="1139"/>
                      <a:pt x="317" y="1114"/>
                      <a:pt x="338" y="1061"/>
                    </a:cubicBezTo>
                    <a:lnTo>
                      <a:pt x="7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43"/>
              <p:cNvSpPr/>
              <p:nvPr/>
            </p:nvSpPr>
            <p:spPr>
              <a:xfrm>
                <a:off x="4887405" y="1777914"/>
                <a:ext cx="352837" cy="155841"/>
              </a:xfrm>
              <a:custGeom>
                <a:avLst/>
                <a:gdLst/>
                <a:ahLst/>
                <a:cxnLst/>
                <a:rect l="l" t="t" r="r" b="b"/>
                <a:pathLst>
                  <a:path w="3713" h="1640" extrusionOk="0">
                    <a:moveTo>
                      <a:pt x="2054" y="0"/>
                    </a:moveTo>
                    <a:cubicBezTo>
                      <a:pt x="1926" y="0"/>
                      <a:pt x="1788" y="8"/>
                      <a:pt x="1640" y="25"/>
                    </a:cubicBezTo>
                    <a:cubicBezTo>
                      <a:pt x="1" y="218"/>
                      <a:pt x="73" y="1640"/>
                      <a:pt x="73" y="1640"/>
                    </a:cubicBezTo>
                    <a:lnTo>
                      <a:pt x="3712" y="1230"/>
                    </a:lnTo>
                    <a:cubicBezTo>
                      <a:pt x="3712" y="1230"/>
                      <a:pt x="3661" y="0"/>
                      <a:pt x="20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43"/>
              <p:cNvSpPr/>
              <p:nvPr/>
            </p:nvSpPr>
            <p:spPr>
              <a:xfrm>
                <a:off x="4882844" y="1842912"/>
                <a:ext cx="383626" cy="162113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1706" extrusionOk="0">
                    <a:moveTo>
                      <a:pt x="2176" y="1"/>
                    </a:moveTo>
                    <a:cubicBezTo>
                      <a:pt x="818" y="1"/>
                      <a:pt x="160" y="731"/>
                      <a:pt x="25" y="884"/>
                    </a:cubicBezTo>
                    <a:cubicBezTo>
                      <a:pt x="13" y="896"/>
                      <a:pt x="1" y="920"/>
                      <a:pt x="1" y="944"/>
                    </a:cubicBezTo>
                    <a:lnTo>
                      <a:pt x="25" y="1619"/>
                    </a:lnTo>
                    <a:cubicBezTo>
                      <a:pt x="25" y="1672"/>
                      <a:pt x="70" y="1705"/>
                      <a:pt x="118" y="1705"/>
                    </a:cubicBezTo>
                    <a:cubicBezTo>
                      <a:pt x="136" y="1705"/>
                      <a:pt x="153" y="1701"/>
                      <a:pt x="169" y="1691"/>
                    </a:cubicBezTo>
                    <a:cubicBezTo>
                      <a:pt x="493" y="1494"/>
                      <a:pt x="1418" y="1008"/>
                      <a:pt x="2607" y="1008"/>
                    </a:cubicBezTo>
                    <a:cubicBezTo>
                      <a:pt x="3014" y="1008"/>
                      <a:pt x="3451" y="1065"/>
                      <a:pt x="3905" y="1209"/>
                    </a:cubicBezTo>
                    <a:cubicBezTo>
                      <a:pt x="3916" y="1213"/>
                      <a:pt x="3927" y="1215"/>
                      <a:pt x="3937" y="1215"/>
                    </a:cubicBezTo>
                    <a:cubicBezTo>
                      <a:pt x="3994" y="1215"/>
                      <a:pt x="4036" y="1164"/>
                      <a:pt x="4026" y="1113"/>
                    </a:cubicBezTo>
                    <a:lnTo>
                      <a:pt x="3869" y="377"/>
                    </a:lnTo>
                    <a:cubicBezTo>
                      <a:pt x="3869" y="342"/>
                      <a:pt x="3845" y="318"/>
                      <a:pt x="3809" y="305"/>
                    </a:cubicBezTo>
                    <a:cubicBezTo>
                      <a:pt x="3179" y="85"/>
                      <a:pt x="2637" y="1"/>
                      <a:pt x="21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0" name="Google Shape;450;p43"/>
          <p:cNvGrpSpPr/>
          <p:nvPr/>
        </p:nvGrpSpPr>
        <p:grpSpPr>
          <a:xfrm>
            <a:off x="160700" y="1101456"/>
            <a:ext cx="1421358" cy="2338142"/>
            <a:chOff x="1100600" y="1202625"/>
            <a:chExt cx="2166704" cy="3564241"/>
          </a:xfrm>
        </p:grpSpPr>
        <p:sp>
          <p:nvSpPr>
            <p:cNvPr id="451" name="Google Shape;451;p43"/>
            <p:cNvSpPr/>
            <p:nvPr/>
          </p:nvSpPr>
          <p:spPr>
            <a:xfrm>
              <a:off x="1217388" y="2392733"/>
              <a:ext cx="257715" cy="225969"/>
            </a:xfrm>
            <a:custGeom>
              <a:avLst/>
              <a:gdLst/>
              <a:ahLst/>
              <a:cxnLst/>
              <a:rect l="l" t="t" r="r" b="b"/>
              <a:pathLst>
                <a:path w="2712" h="2378" extrusionOk="0">
                  <a:moveTo>
                    <a:pt x="1357" y="1"/>
                  </a:moveTo>
                  <a:cubicBezTo>
                    <a:pt x="1148" y="1"/>
                    <a:pt x="938" y="56"/>
                    <a:pt x="748" y="171"/>
                  </a:cubicBezTo>
                  <a:cubicBezTo>
                    <a:pt x="181" y="520"/>
                    <a:pt x="1" y="1243"/>
                    <a:pt x="350" y="1810"/>
                  </a:cubicBezTo>
                  <a:cubicBezTo>
                    <a:pt x="572" y="2175"/>
                    <a:pt x="966" y="2378"/>
                    <a:pt x="1368" y="2378"/>
                  </a:cubicBezTo>
                  <a:cubicBezTo>
                    <a:pt x="1577" y="2378"/>
                    <a:pt x="1787" y="2323"/>
                    <a:pt x="1977" y="2207"/>
                  </a:cubicBezTo>
                  <a:cubicBezTo>
                    <a:pt x="2543" y="1858"/>
                    <a:pt x="2712" y="1135"/>
                    <a:pt x="2374" y="568"/>
                  </a:cubicBezTo>
                  <a:cubicBezTo>
                    <a:pt x="2152" y="204"/>
                    <a:pt x="1758" y="1"/>
                    <a:pt x="1357" y="1"/>
                  </a:cubicBezTo>
                  <a:close/>
                </a:path>
              </a:pathLst>
            </a:custGeom>
            <a:solidFill>
              <a:srgbClr val="F6C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3"/>
            <p:cNvSpPr/>
            <p:nvPr/>
          </p:nvSpPr>
          <p:spPr>
            <a:xfrm>
              <a:off x="1365059" y="2422667"/>
              <a:ext cx="255529" cy="163823"/>
            </a:xfrm>
            <a:custGeom>
              <a:avLst/>
              <a:gdLst/>
              <a:ahLst/>
              <a:cxnLst/>
              <a:rect l="l" t="t" r="r" b="b"/>
              <a:pathLst>
                <a:path w="2689" h="1724" extrusionOk="0">
                  <a:moveTo>
                    <a:pt x="2472" y="1"/>
                  </a:moveTo>
                  <a:lnTo>
                    <a:pt x="206" y="338"/>
                  </a:lnTo>
                  <a:lnTo>
                    <a:pt x="1" y="1724"/>
                  </a:lnTo>
                  <a:lnTo>
                    <a:pt x="2688" y="1254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F6C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3"/>
            <p:cNvSpPr/>
            <p:nvPr/>
          </p:nvSpPr>
          <p:spPr>
            <a:xfrm>
              <a:off x="1100600" y="1202625"/>
              <a:ext cx="266837" cy="1535034"/>
            </a:xfrm>
            <a:custGeom>
              <a:avLst/>
              <a:gdLst/>
              <a:ahLst/>
              <a:cxnLst/>
              <a:rect l="l" t="t" r="r" b="b"/>
              <a:pathLst>
                <a:path w="2808" h="16154" extrusionOk="0">
                  <a:moveTo>
                    <a:pt x="974" y="1"/>
                  </a:moveTo>
                  <a:cubicBezTo>
                    <a:pt x="936" y="1"/>
                    <a:pt x="897" y="2"/>
                    <a:pt x="856" y="6"/>
                  </a:cubicBezTo>
                  <a:cubicBezTo>
                    <a:pt x="856" y="6"/>
                    <a:pt x="1" y="66"/>
                    <a:pt x="205" y="921"/>
                  </a:cubicBezTo>
                  <a:cubicBezTo>
                    <a:pt x="374" y="1657"/>
                    <a:pt x="2398" y="16153"/>
                    <a:pt x="2398" y="16153"/>
                  </a:cubicBezTo>
                  <a:lnTo>
                    <a:pt x="2808" y="16153"/>
                  </a:lnTo>
                  <a:lnTo>
                    <a:pt x="1712" y="921"/>
                  </a:lnTo>
                  <a:cubicBezTo>
                    <a:pt x="1712" y="921"/>
                    <a:pt x="1867" y="1"/>
                    <a:pt x="9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3"/>
            <p:cNvSpPr/>
            <p:nvPr/>
          </p:nvSpPr>
          <p:spPr>
            <a:xfrm>
              <a:off x="1286092" y="2728271"/>
              <a:ext cx="121540" cy="43712"/>
            </a:xfrm>
            <a:custGeom>
              <a:avLst/>
              <a:gdLst/>
              <a:ahLst/>
              <a:cxnLst/>
              <a:rect l="l" t="t" r="r" b="b"/>
              <a:pathLst>
                <a:path w="1279" h="460" extrusionOk="0">
                  <a:moveTo>
                    <a:pt x="1105" y="1"/>
                  </a:moveTo>
                  <a:cubicBezTo>
                    <a:pt x="1099" y="1"/>
                    <a:pt x="1092" y="1"/>
                    <a:pt x="1085" y="2"/>
                  </a:cubicBezTo>
                  <a:lnTo>
                    <a:pt x="157" y="87"/>
                  </a:lnTo>
                  <a:cubicBezTo>
                    <a:pt x="61" y="87"/>
                    <a:pt x="1" y="171"/>
                    <a:pt x="1" y="267"/>
                  </a:cubicBezTo>
                  <a:cubicBezTo>
                    <a:pt x="1" y="376"/>
                    <a:pt x="85" y="460"/>
                    <a:pt x="181" y="460"/>
                  </a:cubicBezTo>
                  <a:lnTo>
                    <a:pt x="1121" y="376"/>
                  </a:lnTo>
                  <a:cubicBezTo>
                    <a:pt x="1206" y="363"/>
                    <a:pt x="1278" y="279"/>
                    <a:pt x="1278" y="183"/>
                  </a:cubicBezTo>
                  <a:cubicBezTo>
                    <a:pt x="1278" y="81"/>
                    <a:pt x="1203" y="1"/>
                    <a:pt x="1105" y="1"/>
                  </a:cubicBezTo>
                  <a:close/>
                </a:path>
              </a:pathLst>
            </a:custGeom>
            <a:solidFill>
              <a:srgbClr val="FADE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3"/>
            <p:cNvSpPr/>
            <p:nvPr/>
          </p:nvSpPr>
          <p:spPr>
            <a:xfrm>
              <a:off x="1421219" y="2120388"/>
              <a:ext cx="616158" cy="481017"/>
            </a:xfrm>
            <a:custGeom>
              <a:avLst/>
              <a:gdLst/>
              <a:ahLst/>
              <a:cxnLst/>
              <a:rect l="l" t="t" r="r" b="b"/>
              <a:pathLst>
                <a:path w="6484" h="5062" extrusionOk="0">
                  <a:moveTo>
                    <a:pt x="4230" y="1"/>
                  </a:moveTo>
                  <a:lnTo>
                    <a:pt x="3676" y="2278"/>
                  </a:lnTo>
                  <a:lnTo>
                    <a:pt x="1" y="2760"/>
                  </a:lnTo>
                  <a:lnTo>
                    <a:pt x="290" y="5062"/>
                  </a:lnTo>
                  <a:lnTo>
                    <a:pt x="4760" y="4483"/>
                  </a:lnTo>
                  <a:cubicBezTo>
                    <a:pt x="5231" y="4423"/>
                    <a:pt x="5628" y="4074"/>
                    <a:pt x="5737" y="3603"/>
                  </a:cubicBezTo>
                  <a:lnTo>
                    <a:pt x="6484" y="5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3"/>
            <p:cNvSpPr/>
            <p:nvPr/>
          </p:nvSpPr>
          <p:spPr>
            <a:xfrm>
              <a:off x="1765880" y="2021751"/>
              <a:ext cx="842894" cy="870524"/>
            </a:xfrm>
            <a:custGeom>
              <a:avLst/>
              <a:gdLst/>
              <a:ahLst/>
              <a:cxnLst/>
              <a:rect l="l" t="t" r="r" b="b"/>
              <a:pathLst>
                <a:path w="8870" h="9161" extrusionOk="0">
                  <a:moveTo>
                    <a:pt x="4004" y="1"/>
                  </a:moveTo>
                  <a:cubicBezTo>
                    <a:pt x="3738" y="1"/>
                    <a:pt x="3424" y="30"/>
                    <a:pt x="3061" y="110"/>
                  </a:cubicBezTo>
                  <a:cubicBezTo>
                    <a:pt x="3061" y="110"/>
                    <a:pt x="1122" y="110"/>
                    <a:pt x="567" y="1111"/>
                  </a:cubicBezTo>
                  <a:cubicBezTo>
                    <a:pt x="0" y="2135"/>
                    <a:pt x="3001" y="5436"/>
                    <a:pt x="3326" y="9161"/>
                  </a:cubicBezTo>
                  <a:lnTo>
                    <a:pt x="8870" y="8630"/>
                  </a:lnTo>
                  <a:cubicBezTo>
                    <a:pt x="8870" y="8630"/>
                    <a:pt x="7086" y="1255"/>
                    <a:pt x="5158" y="255"/>
                  </a:cubicBezTo>
                  <a:cubicBezTo>
                    <a:pt x="5158" y="255"/>
                    <a:pt x="4783" y="1"/>
                    <a:pt x="40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3"/>
            <p:cNvSpPr/>
            <p:nvPr/>
          </p:nvSpPr>
          <p:spPr>
            <a:xfrm>
              <a:off x="1193346" y="2445568"/>
              <a:ext cx="253153" cy="226730"/>
            </a:xfrm>
            <a:custGeom>
              <a:avLst/>
              <a:gdLst/>
              <a:ahLst/>
              <a:cxnLst/>
              <a:rect l="l" t="t" r="r" b="b"/>
              <a:pathLst>
                <a:path w="2664" h="2386" extrusionOk="0">
                  <a:moveTo>
                    <a:pt x="1336" y="1"/>
                  </a:moveTo>
                  <a:cubicBezTo>
                    <a:pt x="1213" y="1"/>
                    <a:pt x="1088" y="20"/>
                    <a:pt x="964" y="61"/>
                  </a:cubicBezTo>
                  <a:cubicBezTo>
                    <a:pt x="338" y="266"/>
                    <a:pt x="0" y="941"/>
                    <a:pt x="206" y="1567"/>
                  </a:cubicBezTo>
                  <a:cubicBezTo>
                    <a:pt x="370" y="2062"/>
                    <a:pt x="840" y="2385"/>
                    <a:pt x="1337" y="2385"/>
                  </a:cubicBezTo>
                  <a:cubicBezTo>
                    <a:pt x="1458" y="2385"/>
                    <a:pt x="1580" y="2366"/>
                    <a:pt x="1700" y="2326"/>
                  </a:cubicBezTo>
                  <a:cubicBezTo>
                    <a:pt x="2326" y="2122"/>
                    <a:pt x="2664" y="1447"/>
                    <a:pt x="2458" y="820"/>
                  </a:cubicBezTo>
                  <a:cubicBezTo>
                    <a:pt x="2295" y="318"/>
                    <a:pt x="1835" y="1"/>
                    <a:pt x="1336" y="1"/>
                  </a:cubicBezTo>
                  <a:close/>
                </a:path>
              </a:pathLst>
            </a:custGeom>
            <a:solidFill>
              <a:srgbClr val="F6C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3"/>
            <p:cNvSpPr/>
            <p:nvPr/>
          </p:nvSpPr>
          <p:spPr>
            <a:xfrm>
              <a:off x="1320491" y="2518928"/>
              <a:ext cx="264557" cy="137501"/>
            </a:xfrm>
            <a:custGeom>
              <a:avLst/>
              <a:gdLst/>
              <a:ahLst/>
              <a:cxnLst/>
              <a:rect l="l" t="t" r="r" b="b"/>
              <a:pathLst>
                <a:path w="2784" h="1447" extrusionOk="0">
                  <a:moveTo>
                    <a:pt x="506" y="0"/>
                  </a:moveTo>
                  <a:lnTo>
                    <a:pt x="0" y="1289"/>
                  </a:lnTo>
                  <a:lnTo>
                    <a:pt x="2711" y="1446"/>
                  </a:lnTo>
                  <a:lnTo>
                    <a:pt x="2783" y="180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6C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3"/>
            <p:cNvSpPr/>
            <p:nvPr/>
          </p:nvSpPr>
          <p:spPr>
            <a:xfrm>
              <a:off x="1657170" y="4454137"/>
              <a:ext cx="168389" cy="186724"/>
            </a:xfrm>
            <a:custGeom>
              <a:avLst/>
              <a:gdLst/>
              <a:ahLst/>
              <a:cxnLst/>
              <a:rect l="l" t="t" r="r" b="b"/>
              <a:pathLst>
                <a:path w="1772" h="1965" extrusionOk="0">
                  <a:moveTo>
                    <a:pt x="204" y="0"/>
                  </a:moveTo>
                  <a:lnTo>
                    <a:pt x="0" y="1784"/>
                  </a:lnTo>
                  <a:lnTo>
                    <a:pt x="1578" y="1964"/>
                  </a:lnTo>
                  <a:lnTo>
                    <a:pt x="1771" y="145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F6C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3"/>
            <p:cNvSpPr/>
            <p:nvPr/>
          </p:nvSpPr>
          <p:spPr>
            <a:xfrm>
              <a:off x="1350425" y="4571400"/>
              <a:ext cx="488821" cy="177127"/>
            </a:xfrm>
            <a:custGeom>
              <a:avLst/>
              <a:gdLst/>
              <a:ahLst/>
              <a:cxnLst/>
              <a:rect l="l" t="t" r="r" b="b"/>
              <a:pathLst>
                <a:path w="5144" h="1864" extrusionOk="0">
                  <a:moveTo>
                    <a:pt x="3105" y="0"/>
                  </a:moveTo>
                  <a:cubicBezTo>
                    <a:pt x="3082" y="0"/>
                    <a:pt x="3058" y="6"/>
                    <a:pt x="3035" y="20"/>
                  </a:cubicBezTo>
                  <a:lnTo>
                    <a:pt x="408" y="1188"/>
                  </a:lnTo>
                  <a:cubicBezTo>
                    <a:pt x="240" y="1260"/>
                    <a:pt x="119" y="1393"/>
                    <a:pt x="58" y="1550"/>
                  </a:cubicBezTo>
                  <a:cubicBezTo>
                    <a:pt x="1" y="1701"/>
                    <a:pt x="99" y="1864"/>
                    <a:pt x="258" y="1864"/>
                  </a:cubicBezTo>
                  <a:cubicBezTo>
                    <a:pt x="263" y="1864"/>
                    <a:pt x="269" y="1863"/>
                    <a:pt x="275" y="1863"/>
                  </a:cubicBezTo>
                  <a:lnTo>
                    <a:pt x="4830" y="1731"/>
                  </a:lnTo>
                  <a:cubicBezTo>
                    <a:pt x="4999" y="1731"/>
                    <a:pt x="5144" y="1574"/>
                    <a:pt x="5132" y="1393"/>
                  </a:cubicBezTo>
                  <a:lnTo>
                    <a:pt x="5060" y="513"/>
                  </a:lnTo>
                  <a:cubicBezTo>
                    <a:pt x="5060" y="502"/>
                    <a:pt x="5047" y="489"/>
                    <a:pt x="5047" y="478"/>
                  </a:cubicBezTo>
                  <a:lnTo>
                    <a:pt x="4999" y="345"/>
                  </a:lnTo>
                  <a:cubicBezTo>
                    <a:pt x="4976" y="284"/>
                    <a:pt x="4920" y="252"/>
                    <a:pt x="4860" y="252"/>
                  </a:cubicBezTo>
                  <a:cubicBezTo>
                    <a:pt x="4825" y="252"/>
                    <a:pt x="4789" y="262"/>
                    <a:pt x="4758" y="285"/>
                  </a:cubicBezTo>
                  <a:cubicBezTo>
                    <a:pt x="4617" y="393"/>
                    <a:pt x="4378" y="531"/>
                    <a:pt x="4024" y="531"/>
                  </a:cubicBezTo>
                  <a:cubicBezTo>
                    <a:pt x="3985" y="531"/>
                    <a:pt x="3945" y="529"/>
                    <a:pt x="3903" y="526"/>
                  </a:cubicBezTo>
                  <a:cubicBezTo>
                    <a:pt x="3469" y="489"/>
                    <a:pt x="3312" y="261"/>
                    <a:pt x="3252" y="104"/>
                  </a:cubicBezTo>
                  <a:cubicBezTo>
                    <a:pt x="3226" y="43"/>
                    <a:pt x="3167" y="0"/>
                    <a:pt x="3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3"/>
            <p:cNvSpPr/>
            <p:nvPr/>
          </p:nvSpPr>
          <p:spPr>
            <a:xfrm>
              <a:off x="2992292" y="4472477"/>
              <a:ext cx="238329" cy="186629"/>
            </a:xfrm>
            <a:custGeom>
              <a:avLst/>
              <a:gdLst/>
              <a:ahLst/>
              <a:cxnLst/>
              <a:rect l="l" t="t" r="r" b="b"/>
              <a:pathLst>
                <a:path w="2508" h="1964" extrusionOk="0">
                  <a:moveTo>
                    <a:pt x="1" y="0"/>
                  </a:moveTo>
                  <a:lnTo>
                    <a:pt x="928" y="1784"/>
                  </a:lnTo>
                  <a:lnTo>
                    <a:pt x="2507" y="1964"/>
                  </a:lnTo>
                  <a:lnTo>
                    <a:pt x="1579" y="1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C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3"/>
            <p:cNvSpPr/>
            <p:nvPr/>
          </p:nvSpPr>
          <p:spPr>
            <a:xfrm>
              <a:off x="2756626" y="4590215"/>
              <a:ext cx="510678" cy="176651"/>
            </a:xfrm>
            <a:custGeom>
              <a:avLst/>
              <a:gdLst/>
              <a:ahLst/>
              <a:cxnLst/>
              <a:rect l="l" t="t" r="r" b="b"/>
              <a:pathLst>
                <a:path w="5374" h="1859" extrusionOk="0">
                  <a:moveTo>
                    <a:pt x="3102" y="0"/>
                  </a:moveTo>
                  <a:cubicBezTo>
                    <a:pt x="3080" y="0"/>
                    <a:pt x="3057" y="5"/>
                    <a:pt x="3035" y="14"/>
                  </a:cubicBezTo>
                  <a:lnTo>
                    <a:pt x="408" y="1183"/>
                  </a:lnTo>
                  <a:cubicBezTo>
                    <a:pt x="240" y="1255"/>
                    <a:pt x="119" y="1388"/>
                    <a:pt x="58" y="1544"/>
                  </a:cubicBezTo>
                  <a:cubicBezTo>
                    <a:pt x="1" y="1696"/>
                    <a:pt x="111" y="1858"/>
                    <a:pt x="259" y="1858"/>
                  </a:cubicBezTo>
                  <a:cubicBezTo>
                    <a:pt x="264" y="1858"/>
                    <a:pt x="270" y="1858"/>
                    <a:pt x="275" y="1858"/>
                  </a:cubicBezTo>
                  <a:lnTo>
                    <a:pt x="5060" y="1677"/>
                  </a:lnTo>
                  <a:cubicBezTo>
                    <a:pt x="5240" y="1665"/>
                    <a:pt x="5373" y="1509"/>
                    <a:pt x="5360" y="1340"/>
                  </a:cubicBezTo>
                  <a:lnTo>
                    <a:pt x="5060" y="508"/>
                  </a:lnTo>
                  <a:cubicBezTo>
                    <a:pt x="5060" y="496"/>
                    <a:pt x="5047" y="484"/>
                    <a:pt x="5047" y="472"/>
                  </a:cubicBezTo>
                  <a:lnTo>
                    <a:pt x="4999" y="339"/>
                  </a:lnTo>
                  <a:cubicBezTo>
                    <a:pt x="4976" y="284"/>
                    <a:pt x="4915" y="249"/>
                    <a:pt x="4853" y="249"/>
                  </a:cubicBezTo>
                  <a:cubicBezTo>
                    <a:pt x="4820" y="249"/>
                    <a:pt x="4787" y="259"/>
                    <a:pt x="4758" y="280"/>
                  </a:cubicBezTo>
                  <a:cubicBezTo>
                    <a:pt x="4617" y="388"/>
                    <a:pt x="4378" y="526"/>
                    <a:pt x="4023" y="526"/>
                  </a:cubicBezTo>
                  <a:cubicBezTo>
                    <a:pt x="3985" y="526"/>
                    <a:pt x="3944" y="524"/>
                    <a:pt x="3903" y="521"/>
                  </a:cubicBezTo>
                  <a:cubicBezTo>
                    <a:pt x="3469" y="484"/>
                    <a:pt x="3312" y="255"/>
                    <a:pt x="3252" y="98"/>
                  </a:cubicBezTo>
                  <a:cubicBezTo>
                    <a:pt x="3225" y="36"/>
                    <a:pt x="3166" y="0"/>
                    <a:pt x="3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3"/>
            <p:cNvSpPr/>
            <p:nvPr/>
          </p:nvSpPr>
          <p:spPr>
            <a:xfrm>
              <a:off x="1922769" y="1860397"/>
              <a:ext cx="240610" cy="286310"/>
            </a:xfrm>
            <a:custGeom>
              <a:avLst/>
              <a:gdLst/>
              <a:ahLst/>
              <a:cxnLst/>
              <a:rect l="l" t="t" r="r" b="b"/>
              <a:pathLst>
                <a:path w="2532" h="3013" extrusionOk="0">
                  <a:moveTo>
                    <a:pt x="2157" y="1"/>
                  </a:moveTo>
                  <a:lnTo>
                    <a:pt x="1" y="351"/>
                  </a:lnTo>
                  <a:lnTo>
                    <a:pt x="277" y="2086"/>
                  </a:lnTo>
                  <a:cubicBezTo>
                    <a:pt x="365" y="2634"/>
                    <a:pt x="833" y="3013"/>
                    <a:pt x="1370" y="3013"/>
                  </a:cubicBezTo>
                  <a:cubicBezTo>
                    <a:pt x="1423" y="3013"/>
                    <a:pt x="1477" y="3009"/>
                    <a:pt x="1531" y="3002"/>
                  </a:cubicBezTo>
                  <a:cubicBezTo>
                    <a:pt x="2122" y="2905"/>
                    <a:pt x="2531" y="2338"/>
                    <a:pt x="2435" y="1748"/>
                  </a:cubicBezTo>
                  <a:lnTo>
                    <a:pt x="2157" y="1"/>
                  </a:lnTo>
                  <a:close/>
                </a:path>
              </a:pathLst>
            </a:custGeom>
            <a:solidFill>
              <a:srgbClr val="F6C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3"/>
            <p:cNvSpPr/>
            <p:nvPr/>
          </p:nvSpPr>
          <p:spPr>
            <a:xfrm>
              <a:off x="1937593" y="1928055"/>
              <a:ext cx="234908" cy="118211"/>
            </a:xfrm>
            <a:custGeom>
              <a:avLst/>
              <a:gdLst/>
              <a:ahLst/>
              <a:cxnLst/>
              <a:rect l="l" t="t" r="r" b="b"/>
              <a:pathLst>
                <a:path w="2472" h="1244" extrusionOk="0">
                  <a:moveTo>
                    <a:pt x="2098" y="0"/>
                  </a:moveTo>
                  <a:lnTo>
                    <a:pt x="1" y="603"/>
                  </a:lnTo>
                  <a:cubicBezTo>
                    <a:pt x="1" y="603"/>
                    <a:pt x="370" y="1244"/>
                    <a:pt x="1131" y="1244"/>
                  </a:cubicBezTo>
                  <a:cubicBezTo>
                    <a:pt x="1261" y="1244"/>
                    <a:pt x="1403" y="1225"/>
                    <a:pt x="1556" y="1181"/>
                  </a:cubicBezTo>
                  <a:cubicBezTo>
                    <a:pt x="2472" y="903"/>
                    <a:pt x="2098" y="0"/>
                    <a:pt x="2098" y="0"/>
                  </a:cubicBezTo>
                  <a:close/>
                </a:path>
              </a:pathLst>
            </a:custGeom>
            <a:solidFill>
              <a:srgbClr val="F5B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3"/>
            <p:cNvSpPr/>
            <p:nvPr/>
          </p:nvSpPr>
          <p:spPr>
            <a:xfrm>
              <a:off x="1838100" y="1571327"/>
              <a:ext cx="371082" cy="439681"/>
            </a:xfrm>
            <a:custGeom>
              <a:avLst/>
              <a:gdLst/>
              <a:ahLst/>
              <a:cxnLst/>
              <a:rect l="l" t="t" r="r" b="b"/>
              <a:pathLst>
                <a:path w="3905" h="4627" extrusionOk="0">
                  <a:moveTo>
                    <a:pt x="2022" y="1"/>
                  </a:moveTo>
                  <a:cubicBezTo>
                    <a:pt x="1979" y="1"/>
                    <a:pt x="1935" y="3"/>
                    <a:pt x="1892" y="6"/>
                  </a:cubicBezTo>
                  <a:lnTo>
                    <a:pt x="1699" y="18"/>
                  </a:lnTo>
                  <a:cubicBezTo>
                    <a:pt x="723" y="78"/>
                    <a:pt x="0" y="922"/>
                    <a:pt x="60" y="1886"/>
                  </a:cubicBezTo>
                  <a:lnTo>
                    <a:pt x="132" y="2994"/>
                  </a:lnTo>
                  <a:cubicBezTo>
                    <a:pt x="201" y="3915"/>
                    <a:pt x="973" y="4627"/>
                    <a:pt x="1881" y="4627"/>
                  </a:cubicBezTo>
                  <a:cubicBezTo>
                    <a:pt x="1925" y="4627"/>
                    <a:pt x="1968" y="4625"/>
                    <a:pt x="2012" y="4622"/>
                  </a:cubicBezTo>
                  <a:lnTo>
                    <a:pt x="2205" y="4609"/>
                  </a:lnTo>
                  <a:cubicBezTo>
                    <a:pt x="3169" y="4549"/>
                    <a:pt x="3904" y="3706"/>
                    <a:pt x="3844" y="2742"/>
                  </a:cubicBezTo>
                  <a:lnTo>
                    <a:pt x="3760" y="1633"/>
                  </a:lnTo>
                  <a:cubicBezTo>
                    <a:pt x="3702" y="713"/>
                    <a:pt x="2931" y="1"/>
                    <a:pt x="2022" y="1"/>
                  </a:cubicBezTo>
                  <a:close/>
                </a:path>
              </a:pathLst>
            </a:custGeom>
            <a:solidFill>
              <a:srgbClr val="F6C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3"/>
            <p:cNvSpPr/>
            <p:nvPr/>
          </p:nvSpPr>
          <p:spPr>
            <a:xfrm>
              <a:off x="1838100" y="1571327"/>
              <a:ext cx="371082" cy="439681"/>
            </a:xfrm>
            <a:custGeom>
              <a:avLst/>
              <a:gdLst/>
              <a:ahLst/>
              <a:cxnLst/>
              <a:rect l="l" t="t" r="r" b="b"/>
              <a:pathLst>
                <a:path w="3905" h="4627" extrusionOk="0">
                  <a:moveTo>
                    <a:pt x="2022" y="1"/>
                  </a:moveTo>
                  <a:cubicBezTo>
                    <a:pt x="1979" y="1"/>
                    <a:pt x="1935" y="3"/>
                    <a:pt x="1892" y="6"/>
                  </a:cubicBezTo>
                  <a:lnTo>
                    <a:pt x="1699" y="18"/>
                  </a:lnTo>
                  <a:cubicBezTo>
                    <a:pt x="723" y="78"/>
                    <a:pt x="0" y="922"/>
                    <a:pt x="60" y="1886"/>
                  </a:cubicBezTo>
                  <a:lnTo>
                    <a:pt x="132" y="2994"/>
                  </a:lnTo>
                  <a:cubicBezTo>
                    <a:pt x="201" y="3915"/>
                    <a:pt x="973" y="4627"/>
                    <a:pt x="1881" y="4627"/>
                  </a:cubicBezTo>
                  <a:cubicBezTo>
                    <a:pt x="1925" y="4627"/>
                    <a:pt x="1968" y="4625"/>
                    <a:pt x="2012" y="4622"/>
                  </a:cubicBezTo>
                  <a:lnTo>
                    <a:pt x="2205" y="4609"/>
                  </a:lnTo>
                  <a:cubicBezTo>
                    <a:pt x="3169" y="4549"/>
                    <a:pt x="3904" y="3706"/>
                    <a:pt x="3844" y="2742"/>
                  </a:cubicBezTo>
                  <a:lnTo>
                    <a:pt x="3760" y="1633"/>
                  </a:lnTo>
                  <a:cubicBezTo>
                    <a:pt x="3702" y="713"/>
                    <a:pt x="2931" y="1"/>
                    <a:pt x="2022" y="1"/>
                  </a:cubicBezTo>
                  <a:close/>
                </a:path>
              </a:pathLst>
            </a:custGeom>
            <a:solidFill>
              <a:srgbClr val="F6C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3"/>
            <p:cNvSpPr/>
            <p:nvPr/>
          </p:nvSpPr>
          <p:spPr>
            <a:xfrm>
              <a:off x="1785361" y="1510510"/>
              <a:ext cx="381440" cy="359099"/>
            </a:xfrm>
            <a:custGeom>
              <a:avLst/>
              <a:gdLst/>
              <a:ahLst/>
              <a:cxnLst/>
              <a:rect l="l" t="t" r="r" b="b"/>
              <a:pathLst>
                <a:path w="4014" h="3779" extrusionOk="0">
                  <a:moveTo>
                    <a:pt x="3265" y="1"/>
                  </a:moveTo>
                  <a:cubicBezTo>
                    <a:pt x="2302" y="1"/>
                    <a:pt x="651" y="646"/>
                    <a:pt x="651" y="646"/>
                  </a:cubicBezTo>
                  <a:lnTo>
                    <a:pt x="1" y="2056"/>
                  </a:lnTo>
                  <a:lnTo>
                    <a:pt x="687" y="3779"/>
                  </a:lnTo>
                  <a:lnTo>
                    <a:pt x="1049" y="3743"/>
                  </a:lnTo>
                  <a:cubicBezTo>
                    <a:pt x="1278" y="3683"/>
                    <a:pt x="1603" y="3538"/>
                    <a:pt x="1567" y="3310"/>
                  </a:cubicBezTo>
                  <a:lnTo>
                    <a:pt x="1434" y="2815"/>
                  </a:lnTo>
                  <a:cubicBezTo>
                    <a:pt x="1434" y="2815"/>
                    <a:pt x="1712" y="2321"/>
                    <a:pt x="1399" y="1960"/>
                  </a:cubicBezTo>
                  <a:cubicBezTo>
                    <a:pt x="1338" y="1899"/>
                    <a:pt x="1314" y="1815"/>
                    <a:pt x="1326" y="1730"/>
                  </a:cubicBezTo>
                  <a:cubicBezTo>
                    <a:pt x="1347" y="1582"/>
                    <a:pt x="1424" y="1406"/>
                    <a:pt x="1712" y="1406"/>
                  </a:cubicBezTo>
                  <a:cubicBezTo>
                    <a:pt x="1752" y="1406"/>
                    <a:pt x="1796" y="1410"/>
                    <a:pt x="1844" y="1417"/>
                  </a:cubicBezTo>
                  <a:cubicBezTo>
                    <a:pt x="2014" y="1443"/>
                    <a:pt x="2229" y="1467"/>
                    <a:pt x="2456" y="1467"/>
                  </a:cubicBezTo>
                  <a:cubicBezTo>
                    <a:pt x="3068" y="1467"/>
                    <a:pt x="3771" y="1297"/>
                    <a:pt x="3929" y="549"/>
                  </a:cubicBezTo>
                  <a:cubicBezTo>
                    <a:pt x="4013" y="140"/>
                    <a:pt x="3714" y="1"/>
                    <a:pt x="3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3"/>
            <p:cNvSpPr/>
            <p:nvPr/>
          </p:nvSpPr>
          <p:spPr>
            <a:xfrm>
              <a:off x="1780799" y="1774398"/>
              <a:ext cx="123726" cy="119541"/>
            </a:xfrm>
            <a:custGeom>
              <a:avLst/>
              <a:gdLst/>
              <a:ahLst/>
              <a:cxnLst/>
              <a:rect l="l" t="t" r="r" b="b"/>
              <a:pathLst>
                <a:path w="1302" h="1258" extrusionOk="0">
                  <a:moveTo>
                    <a:pt x="657" y="1"/>
                  </a:moveTo>
                  <a:cubicBezTo>
                    <a:pt x="643" y="1"/>
                    <a:pt x="629" y="1"/>
                    <a:pt x="615" y="2"/>
                  </a:cubicBezTo>
                  <a:cubicBezTo>
                    <a:pt x="266" y="26"/>
                    <a:pt x="1" y="327"/>
                    <a:pt x="25" y="677"/>
                  </a:cubicBezTo>
                  <a:cubicBezTo>
                    <a:pt x="48" y="1011"/>
                    <a:pt x="324" y="1257"/>
                    <a:pt x="654" y="1257"/>
                  </a:cubicBezTo>
                  <a:cubicBezTo>
                    <a:pt x="669" y="1257"/>
                    <a:pt x="684" y="1257"/>
                    <a:pt x="699" y="1256"/>
                  </a:cubicBezTo>
                  <a:cubicBezTo>
                    <a:pt x="1048" y="1231"/>
                    <a:pt x="1302" y="930"/>
                    <a:pt x="1278" y="592"/>
                  </a:cubicBezTo>
                  <a:cubicBezTo>
                    <a:pt x="1255" y="258"/>
                    <a:pt x="977" y="1"/>
                    <a:pt x="657" y="1"/>
                  </a:cubicBezTo>
                  <a:close/>
                </a:path>
              </a:pathLst>
            </a:custGeom>
            <a:solidFill>
              <a:srgbClr val="F6C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3"/>
            <p:cNvSpPr/>
            <p:nvPr/>
          </p:nvSpPr>
          <p:spPr>
            <a:xfrm>
              <a:off x="1463601" y="2119913"/>
              <a:ext cx="900100" cy="631441"/>
            </a:xfrm>
            <a:custGeom>
              <a:avLst/>
              <a:gdLst/>
              <a:ahLst/>
              <a:cxnLst/>
              <a:rect l="l" t="t" r="r" b="b"/>
              <a:pathLst>
                <a:path w="9472" h="6645" extrusionOk="0">
                  <a:moveTo>
                    <a:pt x="8163" y="0"/>
                  </a:moveTo>
                  <a:cubicBezTo>
                    <a:pt x="7773" y="0"/>
                    <a:pt x="7390" y="195"/>
                    <a:pt x="7171" y="547"/>
                  </a:cubicBezTo>
                  <a:lnTo>
                    <a:pt x="5158" y="3753"/>
                  </a:lnTo>
                  <a:lnTo>
                    <a:pt x="254" y="3753"/>
                  </a:lnTo>
                  <a:lnTo>
                    <a:pt x="0" y="6066"/>
                  </a:lnTo>
                  <a:lnTo>
                    <a:pt x="5206" y="6633"/>
                  </a:lnTo>
                  <a:cubicBezTo>
                    <a:pt x="5243" y="6633"/>
                    <a:pt x="5291" y="6645"/>
                    <a:pt x="5326" y="6645"/>
                  </a:cubicBezTo>
                  <a:cubicBezTo>
                    <a:pt x="5725" y="6645"/>
                    <a:pt x="6098" y="6440"/>
                    <a:pt x="6315" y="6091"/>
                  </a:cubicBezTo>
                  <a:lnTo>
                    <a:pt x="9134" y="1776"/>
                  </a:lnTo>
                  <a:cubicBezTo>
                    <a:pt x="9472" y="1235"/>
                    <a:pt x="9316" y="512"/>
                    <a:pt x="8773" y="174"/>
                  </a:cubicBezTo>
                  <a:cubicBezTo>
                    <a:pt x="8584" y="56"/>
                    <a:pt x="8372" y="0"/>
                    <a:pt x="8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3"/>
            <p:cNvSpPr/>
            <p:nvPr/>
          </p:nvSpPr>
          <p:spPr>
            <a:xfrm>
              <a:off x="1622770" y="2892191"/>
              <a:ext cx="848596" cy="1603262"/>
            </a:xfrm>
            <a:custGeom>
              <a:avLst/>
              <a:gdLst/>
              <a:ahLst/>
              <a:cxnLst/>
              <a:rect l="l" t="t" r="r" b="b"/>
              <a:pathLst>
                <a:path w="8930" h="16872" extrusionOk="0">
                  <a:moveTo>
                    <a:pt x="4832" y="1"/>
                  </a:moveTo>
                  <a:lnTo>
                    <a:pt x="941" y="7508"/>
                  </a:lnTo>
                  <a:lnTo>
                    <a:pt x="1" y="16871"/>
                  </a:lnTo>
                  <a:lnTo>
                    <a:pt x="2555" y="16871"/>
                  </a:lnTo>
                  <a:lnTo>
                    <a:pt x="3868" y="8375"/>
                  </a:lnTo>
                  <a:lnTo>
                    <a:pt x="8929" y="1664"/>
                  </a:lnTo>
                  <a:lnTo>
                    <a:pt x="48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3"/>
            <p:cNvSpPr/>
            <p:nvPr/>
          </p:nvSpPr>
          <p:spPr>
            <a:xfrm>
              <a:off x="2081938" y="2841827"/>
              <a:ext cx="1139570" cy="1691350"/>
            </a:xfrm>
            <a:custGeom>
              <a:avLst/>
              <a:gdLst/>
              <a:ahLst/>
              <a:cxnLst/>
              <a:rect l="l" t="t" r="r" b="b"/>
              <a:pathLst>
                <a:path w="11992" h="17799" extrusionOk="0">
                  <a:moveTo>
                    <a:pt x="5544" y="0"/>
                  </a:moveTo>
                  <a:lnTo>
                    <a:pt x="0" y="531"/>
                  </a:lnTo>
                  <a:lnTo>
                    <a:pt x="1832" y="2892"/>
                  </a:lnTo>
                  <a:lnTo>
                    <a:pt x="4664" y="9689"/>
                  </a:lnTo>
                  <a:lnTo>
                    <a:pt x="9327" y="17798"/>
                  </a:lnTo>
                  <a:lnTo>
                    <a:pt x="11991" y="17606"/>
                  </a:lnTo>
                  <a:lnTo>
                    <a:pt x="7616" y="8881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3"/>
            <p:cNvSpPr/>
            <p:nvPr/>
          </p:nvSpPr>
          <p:spPr>
            <a:xfrm>
              <a:off x="2047539" y="2288680"/>
              <a:ext cx="285273" cy="430653"/>
            </a:xfrm>
            <a:custGeom>
              <a:avLst/>
              <a:gdLst/>
              <a:ahLst/>
              <a:cxnLst/>
              <a:rect l="l" t="t" r="r" b="b"/>
              <a:pathLst>
                <a:path w="3002" h="4532" extrusionOk="0">
                  <a:moveTo>
                    <a:pt x="2989" y="0"/>
                  </a:moveTo>
                  <a:lnTo>
                    <a:pt x="1" y="4520"/>
                  </a:lnTo>
                  <a:lnTo>
                    <a:pt x="1" y="4531"/>
                  </a:lnTo>
                  <a:lnTo>
                    <a:pt x="13" y="4531"/>
                  </a:lnTo>
                  <a:lnTo>
                    <a:pt x="3002" y="0"/>
                  </a:lnTo>
                  <a:close/>
                </a:path>
              </a:pathLst>
            </a:custGeom>
            <a:solidFill>
              <a:srgbClr val="ADB6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3"/>
            <p:cNvSpPr/>
            <p:nvPr/>
          </p:nvSpPr>
          <p:spPr>
            <a:xfrm>
              <a:off x="1952607" y="2359664"/>
              <a:ext cx="74407" cy="118116"/>
            </a:xfrm>
            <a:custGeom>
              <a:avLst/>
              <a:gdLst/>
              <a:ahLst/>
              <a:cxnLst/>
              <a:rect l="l" t="t" r="r" b="b"/>
              <a:pathLst>
                <a:path w="783" h="1243" extrusionOk="0">
                  <a:moveTo>
                    <a:pt x="771" y="1"/>
                  </a:moveTo>
                  <a:lnTo>
                    <a:pt x="12" y="1230"/>
                  </a:lnTo>
                  <a:cubicBezTo>
                    <a:pt x="0" y="1230"/>
                    <a:pt x="0" y="1242"/>
                    <a:pt x="12" y="1242"/>
                  </a:cubicBezTo>
                  <a:lnTo>
                    <a:pt x="783" y="1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rgbClr val="ADB6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43"/>
          <p:cNvCxnSpPr/>
          <p:nvPr/>
        </p:nvCxnSpPr>
        <p:spPr>
          <a:xfrm>
            <a:off x="4079650" y="4129510"/>
            <a:ext cx="991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5" name="Google Shape;475;p43"/>
          <p:cNvSpPr txBox="1">
            <a:spLocks noGrp="1"/>
          </p:cNvSpPr>
          <p:nvPr>
            <p:ph type="title"/>
          </p:nvPr>
        </p:nvSpPr>
        <p:spPr>
          <a:xfrm>
            <a:off x="1687363" y="739140"/>
            <a:ext cx="5317533" cy="2414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hu-HU" sz="6000" dirty="0"/>
              <a:t>Funkcionális követelmények</a:t>
            </a:r>
            <a:endParaRPr sz="6000" dirty="0"/>
          </a:p>
        </p:txBody>
      </p:sp>
      <p:grpSp>
        <p:nvGrpSpPr>
          <p:cNvPr id="2" name="Google Shape;1300;p60">
            <a:extLst>
              <a:ext uri="{FF2B5EF4-FFF2-40B4-BE49-F238E27FC236}">
                <a16:creationId xmlns:a16="http://schemas.microsoft.com/office/drawing/2014/main" id="{62A6FFA8-7E4E-9E7A-0D8D-5E468820A6E3}"/>
              </a:ext>
            </a:extLst>
          </p:cNvPr>
          <p:cNvGrpSpPr/>
          <p:nvPr/>
        </p:nvGrpSpPr>
        <p:grpSpPr>
          <a:xfrm>
            <a:off x="2567174" y="3121293"/>
            <a:ext cx="3794561" cy="1947035"/>
            <a:chOff x="3529650" y="3467875"/>
            <a:chExt cx="3794561" cy="1947035"/>
          </a:xfrm>
        </p:grpSpPr>
        <p:sp>
          <p:nvSpPr>
            <p:cNvPr id="3" name="Google Shape;1301;p60">
              <a:extLst>
                <a:ext uri="{FF2B5EF4-FFF2-40B4-BE49-F238E27FC236}">
                  <a16:creationId xmlns:a16="http://schemas.microsoft.com/office/drawing/2014/main" id="{C43573AA-E8DB-7C66-2EFF-020B8B7B4ACB}"/>
                </a:ext>
              </a:extLst>
            </p:cNvPr>
            <p:cNvSpPr/>
            <p:nvPr/>
          </p:nvSpPr>
          <p:spPr>
            <a:xfrm>
              <a:off x="4761261" y="4108854"/>
              <a:ext cx="1294246" cy="1234415"/>
            </a:xfrm>
            <a:custGeom>
              <a:avLst/>
              <a:gdLst/>
              <a:ahLst/>
              <a:cxnLst/>
              <a:rect l="l" t="t" r="r" b="b"/>
              <a:pathLst>
                <a:path w="17197" h="16402" extrusionOk="0">
                  <a:moveTo>
                    <a:pt x="4772" y="1"/>
                  </a:moveTo>
                  <a:cubicBezTo>
                    <a:pt x="4772" y="1"/>
                    <a:pt x="2158" y="2520"/>
                    <a:pt x="2013" y="3712"/>
                  </a:cubicBezTo>
                  <a:cubicBezTo>
                    <a:pt x="1869" y="4917"/>
                    <a:pt x="2086" y="7183"/>
                    <a:pt x="2086" y="7496"/>
                  </a:cubicBezTo>
                  <a:cubicBezTo>
                    <a:pt x="2086" y="7822"/>
                    <a:pt x="1519" y="9304"/>
                    <a:pt x="1555" y="10075"/>
                  </a:cubicBezTo>
                  <a:cubicBezTo>
                    <a:pt x="1591" y="10859"/>
                    <a:pt x="2471" y="12871"/>
                    <a:pt x="2435" y="13015"/>
                  </a:cubicBezTo>
                  <a:cubicBezTo>
                    <a:pt x="2399" y="13148"/>
                    <a:pt x="2362" y="13221"/>
                    <a:pt x="2362" y="13473"/>
                  </a:cubicBezTo>
                  <a:cubicBezTo>
                    <a:pt x="2362" y="13714"/>
                    <a:pt x="880" y="15100"/>
                    <a:pt x="458" y="15631"/>
                  </a:cubicBezTo>
                  <a:cubicBezTo>
                    <a:pt x="37" y="16161"/>
                    <a:pt x="0" y="16402"/>
                    <a:pt x="808" y="16402"/>
                  </a:cubicBezTo>
                  <a:cubicBezTo>
                    <a:pt x="1628" y="16402"/>
                    <a:pt x="3676" y="15799"/>
                    <a:pt x="3784" y="15558"/>
                  </a:cubicBezTo>
                  <a:cubicBezTo>
                    <a:pt x="3881" y="15305"/>
                    <a:pt x="3953" y="13473"/>
                    <a:pt x="3953" y="12980"/>
                  </a:cubicBezTo>
                  <a:cubicBezTo>
                    <a:pt x="3953" y="12485"/>
                    <a:pt x="4978" y="9654"/>
                    <a:pt x="4809" y="8979"/>
                  </a:cubicBezTo>
                  <a:cubicBezTo>
                    <a:pt x="4628" y="8316"/>
                    <a:pt x="4555" y="6725"/>
                    <a:pt x="4737" y="6363"/>
                  </a:cubicBezTo>
                  <a:cubicBezTo>
                    <a:pt x="4905" y="6014"/>
                    <a:pt x="6496" y="4146"/>
                    <a:pt x="7171" y="3821"/>
                  </a:cubicBezTo>
                  <a:cubicBezTo>
                    <a:pt x="7809" y="3519"/>
                    <a:pt x="8219" y="3291"/>
                    <a:pt x="8593" y="3267"/>
                  </a:cubicBezTo>
                  <a:cubicBezTo>
                    <a:pt x="8966" y="3291"/>
                    <a:pt x="9388" y="3519"/>
                    <a:pt x="10026" y="3821"/>
                  </a:cubicBezTo>
                  <a:cubicBezTo>
                    <a:pt x="10690" y="4146"/>
                    <a:pt x="12280" y="6014"/>
                    <a:pt x="12460" y="6363"/>
                  </a:cubicBezTo>
                  <a:cubicBezTo>
                    <a:pt x="12642" y="6725"/>
                    <a:pt x="12569" y="8316"/>
                    <a:pt x="12388" y="8979"/>
                  </a:cubicBezTo>
                  <a:cubicBezTo>
                    <a:pt x="12219" y="9654"/>
                    <a:pt x="13244" y="12485"/>
                    <a:pt x="13244" y="12980"/>
                  </a:cubicBezTo>
                  <a:cubicBezTo>
                    <a:pt x="13244" y="13473"/>
                    <a:pt x="13304" y="15305"/>
                    <a:pt x="13413" y="15558"/>
                  </a:cubicBezTo>
                  <a:cubicBezTo>
                    <a:pt x="13521" y="15799"/>
                    <a:pt x="15570" y="16402"/>
                    <a:pt x="16389" y="16402"/>
                  </a:cubicBezTo>
                  <a:cubicBezTo>
                    <a:pt x="17197" y="16402"/>
                    <a:pt x="17160" y="16161"/>
                    <a:pt x="16739" y="15631"/>
                  </a:cubicBezTo>
                  <a:cubicBezTo>
                    <a:pt x="16317" y="15100"/>
                    <a:pt x="14835" y="13714"/>
                    <a:pt x="14835" y="13473"/>
                  </a:cubicBezTo>
                  <a:cubicBezTo>
                    <a:pt x="14835" y="13221"/>
                    <a:pt x="14798" y="13148"/>
                    <a:pt x="14763" y="13015"/>
                  </a:cubicBezTo>
                  <a:cubicBezTo>
                    <a:pt x="14726" y="12871"/>
                    <a:pt x="15606" y="10859"/>
                    <a:pt x="15642" y="10075"/>
                  </a:cubicBezTo>
                  <a:cubicBezTo>
                    <a:pt x="15678" y="9304"/>
                    <a:pt x="15112" y="7822"/>
                    <a:pt x="15112" y="7496"/>
                  </a:cubicBezTo>
                  <a:cubicBezTo>
                    <a:pt x="15112" y="7183"/>
                    <a:pt x="15328" y="4917"/>
                    <a:pt x="15184" y="3712"/>
                  </a:cubicBezTo>
                  <a:cubicBezTo>
                    <a:pt x="15039" y="2520"/>
                    <a:pt x="12425" y="1"/>
                    <a:pt x="12425" y="1"/>
                  </a:cubicBezTo>
                  <a:lnTo>
                    <a:pt x="8593" y="700"/>
                  </a:lnTo>
                  <a:lnTo>
                    <a:pt x="4772" y="1"/>
                  </a:lnTo>
                  <a:close/>
                </a:path>
              </a:pathLst>
            </a:custGeom>
            <a:solidFill>
              <a:srgbClr val="E3A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02;p60">
              <a:extLst>
                <a:ext uri="{FF2B5EF4-FFF2-40B4-BE49-F238E27FC236}">
                  <a16:creationId xmlns:a16="http://schemas.microsoft.com/office/drawing/2014/main" id="{9DCC19DE-36F4-FB59-1383-91F70EF9A22D}"/>
                </a:ext>
              </a:extLst>
            </p:cNvPr>
            <p:cNvSpPr/>
            <p:nvPr/>
          </p:nvSpPr>
          <p:spPr>
            <a:xfrm>
              <a:off x="4987940" y="4108854"/>
              <a:ext cx="895293" cy="357410"/>
            </a:xfrm>
            <a:custGeom>
              <a:avLst/>
              <a:gdLst/>
              <a:ahLst/>
              <a:cxnLst/>
              <a:rect l="l" t="t" r="r" b="b"/>
              <a:pathLst>
                <a:path w="11896" h="4749" extrusionOk="0">
                  <a:moveTo>
                    <a:pt x="1760" y="1"/>
                  </a:moveTo>
                  <a:cubicBezTo>
                    <a:pt x="1760" y="1"/>
                    <a:pt x="796" y="929"/>
                    <a:pt x="1" y="1917"/>
                  </a:cubicBezTo>
                  <a:cubicBezTo>
                    <a:pt x="103" y="1899"/>
                    <a:pt x="215" y="1889"/>
                    <a:pt x="337" y="1889"/>
                  </a:cubicBezTo>
                  <a:cubicBezTo>
                    <a:pt x="634" y="1889"/>
                    <a:pt x="989" y="1951"/>
                    <a:pt x="1399" y="2122"/>
                  </a:cubicBezTo>
                  <a:cubicBezTo>
                    <a:pt x="2387" y="2544"/>
                    <a:pt x="3038" y="3785"/>
                    <a:pt x="3327" y="4483"/>
                  </a:cubicBezTo>
                  <a:cubicBezTo>
                    <a:pt x="3653" y="4170"/>
                    <a:pt x="3953" y="3918"/>
                    <a:pt x="4159" y="3821"/>
                  </a:cubicBezTo>
                  <a:cubicBezTo>
                    <a:pt x="4797" y="3519"/>
                    <a:pt x="5207" y="3291"/>
                    <a:pt x="5581" y="3267"/>
                  </a:cubicBezTo>
                  <a:cubicBezTo>
                    <a:pt x="5954" y="3291"/>
                    <a:pt x="6376" y="3519"/>
                    <a:pt x="7014" y="3821"/>
                  </a:cubicBezTo>
                  <a:cubicBezTo>
                    <a:pt x="7279" y="3953"/>
                    <a:pt x="7689" y="4315"/>
                    <a:pt x="8099" y="4749"/>
                  </a:cubicBezTo>
                  <a:cubicBezTo>
                    <a:pt x="8340" y="4098"/>
                    <a:pt x="8991" y="2869"/>
                    <a:pt x="10449" y="2869"/>
                  </a:cubicBezTo>
                  <a:cubicBezTo>
                    <a:pt x="11052" y="2869"/>
                    <a:pt x="11521" y="2917"/>
                    <a:pt x="11895" y="2989"/>
                  </a:cubicBezTo>
                  <a:cubicBezTo>
                    <a:pt x="11196" y="1712"/>
                    <a:pt x="9413" y="1"/>
                    <a:pt x="9413" y="1"/>
                  </a:cubicBezTo>
                  <a:lnTo>
                    <a:pt x="5581" y="700"/>
                  </a:lnTo>
                  <a:lnTo>
                    <a:pt x="17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03;p60">
              <a:extLst>
                <a:ext uri="{FF2B5EF4-FFF2-40B4-BE49-F238E27FC236}">
                  <a16:creationId xmlns:a16="http://schemas.microsoft.com/office/drawing/2014/main" id="{588B9293-6706-32BC-356F-DD583431C115}"/>
                </a:ext>
              </a:extLst>
            </p:cNvPr>
            <p:cNvSpPr/>
            <p:nvPr/>
          </p:nvSpPr>
          <p:spPr>
            <a:xfrm>
              <a:off x="4761261" y="5134405"/>
              <a:ext cx="293062" cy="208847"/>
            </a:xfrm>
            <a:custGeom>
              <a:avLst/>
              <a:gdLst/>
              <a:ahLst/>
              <a:cxnLst/>
              <a:rect l="l" t="t" r="r" b="b"/>
              <a:pathLst>
                <a:path w="3894" h="2775" extrusionOk="0">
                  <a:moveTo>
                    <a:pt x="2612" y="1"/>
                  </a:moveTo>
                  <a:cubicBezTo>
                    <a:pt x="2451" y="1"/>
                    <a:pt x="2301" y="68"/>
                    <a:pt x="2194" y="135"/>
                  </a:cubicBezTo>
                  <a:cubicBezTo>
                    <a:pt x="1796" y="630"/>
                    <a:pt x="796" y="1581"/>
                    <a:pt x="458" y="2004"/>
                  </a:cubicBezTo>
                  <a:cubicBezTo>
                    <a:pt x="37" y="2534"/>
                    <a:pt x="0" y="2775"/>
                    <a:pt x="808" y="2775"/>
                  </a:cubicBezTo>
                  <a:cubicBezTo>
                    <a:pt x="1628" y="2775"/>
                    <a:pt x="3676" y="2172"/>
                    <a:pt x="3784" y="1931"/>
                  </a:cubicBezTo>
                  <a:cubicBezTo>
                    <a:pt x="3832" y="1822"/>
                    <a:pt x="3869" y="1377"/>
                    <a:pt x="3893" y="882"/>
                  </a:cubicBezTo>
                  <a:lnTo>
                    <a:pt x="3893" y="882"/>
                  </a:lnTo>
                  <a:lnTo>
                    <a:pt x="3459" y="943"/>
                  </a:lnTo>
                  <a:cubicBezTo>
                    <a:pt x="3459" y="943"/>
                    <a:pt x="3459" y="582"/>
                    <a:pt x="3001" y="159"/>
                  </a:cubicBezTo>
                  <a:cubicBezTo>
                    <a:pt x="2874" y="43"/>
                    <a:pt x="2739" y="1"/>
                    <a:pt x="26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04;p60">
              <a:extLst>
                <a:ext uri="{FF2B5EF4-FFF2-40B4-BE49-F238E27FC236}">
                  <a16:creationId xmlns:a16="http://schemas.microsoft.com/office/drawing/2014/main" id="{854EED06-D51E-6599-7000-19337CA30D24}"/>
                </a:ext>
              </a:extLst>
            </p:cNvPr>
            <p:cNvSpPr/>
            <p:nvPr/>
          </p:nvSpPr>
          <p:spPr>
            <a:xfrm>
              <a:off x="5760623" y="5139146"/>
              <a:ext cx="294869" cy="204105"/>
            </a:xfrm>
            <a:custGeom>
              <a:avLst/>
              <a:gdLst/>
              <a:ahLst/>
              <a:cxnLst/>
              <a:rect l="l" t="t" r="r" b="b"/>
              <a:pathLst>
                <a:path w="3918" h="2712" extrusionOk="0">
                  <a:moveTo>
                    <a:pt x="1664" y="0"/>
                  </a:moveTo>
                  <a:cubicBezTo>
                    <a:pt x="1556" y="24"/>
                    <a:pt x="1435" y="72"/>
                    <a:pt x="1315" y="169"/>
                  </a:cubicBezTo>
                  <a:cubicBezTo>
                    <a:pt x="893" y="519"/>
                    <a:pt x="820" y="988"/>
                    <a:pt x="820" y="988"/>
                  </a:cubicBezTo>
                  <a:lnTo>
                    <a:pt x="1" y="603"/>
                  </a:lnTo>
                  <a:lnTo>
                    <a:pt x="1" y="603"/>
                  </a:lnTo>
                  <a:cubicBezTo>
                    <a:pt x="38" y="1181"/>
                    <a:pt x="86" y="1735"/>
                    <a:pt x="134" y="1868"/>
                  </a:cubicBezTo>
                  <a:cubicBezTo>
                    <a:pt x="242" y="2109"/>
                    <a:pt x="2291" y="2712"/>
                    <a:pt x="3110" y="2712"/>
                  </a:cubicBezTo>
                  <a:cubicBezTo>
                    <a:pt x="3918" y="2712"/>
                    <a:pt x="3881" y="2471"/>
                    <a:pt x="3460" y="1941"/>
                  </a:cubicBezTo>
                  <a:cubicBezTo>
                    <a:pt x="3110" y="1494"/>
                    <a:pt x="2025" y="470"/>
                    <a:pt x="1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05;p60">
              <a:extLst>
                <a:ext uri="{FF2B5EF4-FFF2-40B4-BE49-F238E27FC236}">
                  <a16:creationId xmlns:a16="http://schemas.microsoft.com/office/drawing/2014/main" id="{A0BFC951-5D78-7724-E71E-575BF95B3FCA}"/>
                </a:ext>
              </a:extLst>
            </p:cNvPr>
            <p:cNvSpPr/>
            <p:nvPr/>
          </p:nvSpPr>
          <p:spPr>
            <a:xfrm>
              <a:off x="3529650" y="4947763"/>
              <a:ext cx="803626" cy="51779"/>
            </a:xfrm>
            <a:custGeom>
              <a:avLst/>
              <a:gdLst/>
              <a:ahLst/>
              <a:cxnLst/>
              <a:rect l="l" t="t" r="r" b="b"/>
              <a:pathLst>
                <a:path w="10678" h="688" extrusionOk="0">
                  <a:moveTo>
                    <a:pt x="338" y="1"/>
                  </a:moveTo>
                  <a:cubicBezTo>
                    <a:pt x="158" y="1"/>
                    <a:pt x="1" y="157"/>
                    <a:pt x="1" y="350"/>
                  </a:cubicBezTo>
                  <a:cubicBezTo>
                    <a:pt x="1" y="531"/>
                    <a:pt x="158" y="687"/>
                    <a:pt x="338" y="687"/>
                  </a:cubicBezTo>
                  <a:lnTo>
                    <a:pt x="10340" y="687"/>
                  </a:lnTo>
                  <a:cubicBezTo>
                    <a:pt x="10533" y="687"/>
                    <a:pt x="10678" y="531"/>
                    <a:pt x="10678" y="350"/>
                  </a:cubicBezTo>
                  <a:cubicBezTo>
                    <a:pt x="10678" y="157"/>
                    <a:pt x="10533" y="1"/>
                    <a:pt x="10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06;p60">
              <a:extLst>
                <a:ext uri="{FF2B5EF4-FFF2-40B4-BE49-F238E27FC236}">
                  <a16:creationId xmlns:a16="http://schemas.microsoft.com/office/drawing/2014/main" id="{3C87525A-0EBF-16F5-64F1-542A084BC3B1}"/>
                </a:ext>
              </a:extLst>
            </p:cNvPr>
            <p:cNvSpPr/>
            <p:nvPr/>
          </p:nvSpPr>
          <p:spPr>
            <a:xfrm>
              <a:off x="4118325" y="4587725"/>
              <a:ext cx="96182" cy="702928"/>
            </a:xfrm>
            <a:custGeom>
              <a:avLst/>
              <a:gdLst/>
              <a:ahLst/>
              <a:cxnLst/>
              <a:rect l="l" t="t" r="r" b="b"/>
              <a:pathLst>
                <a:path w="1278" h="9340" extrusionOk="0">
                  <a:moveTo>
                    <a:pt x="614" y="0"/>
                  </a:moveTo>
                  <a:cubicBezTo>
                    <a:pt x="277" y="0"/>
                    <a:pt x="0" y="2097"/>
                    <a:pt x="0" y="4676"/>
                  </a:cubicBezTo>
                  <a:cubicBezTo>
                    <a:pt x="0" y="7255"/>
                    <a:pt x="277" y="9340"/>
                    <a:pt x="614" y="9340"/>
                  </a:cubicBezTo>
                  <a:lnTo>
                    <a:pt x="1277" y="9340"/>
                  </a:lnTo>
                  <a:lnTo>
                    <a:pt x="12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07;p60">
              <a:extLst>
                <a:ext uri="{FF2B5EF4-FFF2-40B4-BE49-F238E27FC236}">
                  <a16:creationId xmlns:a16="http://schemas.microsoft.com/office/drawing/2014/main" id="{87781AB7-275F-D1B2-A512-7D432EF137DA}"/>
                </a:ext>
              </a:extLst>
            </p:cNvPr>
            <p:cNvSpPr/>
            <p:nvPr/>
          </p:nvSpPr>
          <p:spPr>
            <a:xfrm>
              <a:off x="4165437" y="4463473"/>
              <a:ext cx="130651" cy="951437"/>
            </a:xfrm>
            <a:custGeom>
              <a:avLst/>
              <a:gdLst/>
              <a:ahLst/>
              <a:cxnLst/>
              <a:rect l="l" t="t" r="r" b="b"/>
              <a:pathLst>
                <a:path w="1736" h="12642" extrusionOk="0">
                  <a:moveTo>
                    <a:pt x="832" y="1"/>
                  </a:moveTo>
                  <a:cubicBezTo>
                    <a:pt x="374" y="1"/>
                    <a:pt x="1" y="2832"/>
                    <a:pt x="1" y="6327"/>
                  </a:cubicBezTo>
                  <a:cubicBezTo>
                    <a:pt x="1" y="9810"/>
                    <a:pt x="374" y="12641"/>
                    <a:pt x="832" y="12641"/>
                  </a:cubicBezTo>
                  <a:lnTo>
                    <a:pt x="1736" y="12641"/>
                  </a:lnTo>
                  <a:lnTo>
                    <a:pt x="1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08;p60">
              <a:extLst>
                <a:ext uri="{FF2B5EF4-FFF2-40B4-BE49-F238E27FC236}">
                  <a16:creationId xmlns:a16="http://schemas.microsoft.com/office/drawing/2014/main" id="{71997406-59DE-6499-9F80-27127C82E570}"/>
                </a:ext>
              </a:extLst>
            </p:cNvPr>
            <p:cNvSpPr/>
            <p:nvPr/>
          </p:nvSpPr>
          <p:spPr>
            <a:xfrm>
              <a:off x="4233395" y="4463473"/>
              <a:ext cx="124405" cy="951437"/>
            </a:xfrm>
            <a:custGeom>
              <a:avLst/>
              <a:gdLst/>
              <a:ahLst/>
              <a:cxnLst/>
              <a:rect l="l" t="t" r="r" b="b"/>
              <a:pathLst>
                <a:path w="1653" h="12642" extrusionOk="0">
                  <a:moveTo>
                    <a:pt x="833" y="1"/>
                  </a:moveTo>
                  <a:cubicBezTo>
                    <a:pt x="375" y="1"/>
                    <a:pt x="1" y="2832"/>
                    <a:pt x="1" y="6327"/>
                  </a:cubicBezTo>
                  <a:cubicBezTo>
                    <a:pt x="1" y="9810"/>
                    <a:pt x="375" y="12641"/>
                    <a:pt x="833" y="12641"/>
                  </a:cubicBezTo>
                  <a:cubicBezTo>
                    <a:pt x="1291" y="12641"/>
                    <a:pt x="1652" y="9810"/>
                    <a:pt x="1652" y="6327"/>
                  </a:cubicBezTo>
                  <a:cubicBezTo>
                    <a:pt x="1652" y="2832"/>
                    <a:pt x="1291" y="1"/>
                    <a:pt x="8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09;p60">
              <a:extLst>
                <a:ext uri="{FF2B5EF4-FFF2-40B4-BE49-F238E27FC236}">
                  <a16:creationId xmlns:a16="http://schemas.microsoft.com/office/drawing/2014/main" id="{02C56665-BAC5-36CA-A21F-8B224FC7CCF4}"/>
                </a:ext>
              </a:extLst>
            </p:cNvPr>
            <p:cNvSpPr/>
            <p:nvPr/>
          </p:nvSpPr>
          <p:spPr>
            <a:xfrm>
              <a:off x="6589599" y="4947763"/>
              <a:ext cx="734613" cy="51779"/>
            </a:xfrm>
            <a:custGeom>
              <a:avLst/>
              <a:gdLst/>
              <a:ahLst/>
              <a:cxnLst/>
              <a:rect l="l" t="t" r="r" b="b"/>
              <a:pathLst>
                <a:path w="9761" h="688" extrusionOk="0">
                  <a:moveTo>
                    <a:pt x="350" y="1"/>
                  </a:moveTo>
                  <a:cubicBezTo>
                    <a:pt x="157" y="1"/>
                    <a:pt x="0" y="157"/>
                    <a:pt x="0" y="350"/>
                  </a:cubicBezTo>
                  <a:cubicBezTo>
                    <a:pt x="0" y="531"/>
                    <a:pt x="157" y="687"/>
                    <a:pt x="350" y="687"/>
                  </a:cubicBezTo>
                  <a:lnTo>
                    <a:pt x="9423" y="687"/>
                  </a:lnTo>
                  <a:cubicBezTo>
                    <a:pt x="9605" y="687"/>
                    <a:pt x="9761" y="531"/>
                    <a:pt x="9761" y="350"/>
                  </a:cubicBezTo>
                  <a:cubicBezTo>
                    <a:pt x="9761" y="157"/>
                    <a:pt x="9605" y="1"/>
                    <a:pt x="9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10;p60">
              <a:extLst>
                <a:ext uri="{FF2B5EF4-FFF2-40B4-BE49-F238E27FC236}">
                  <a16:creationId xmlns:a16="http://schemas.microsoft.com/office/drawing/2014/main" id="{E2DA65FC-EAFC-A92D-C130-472C35864F43}"/>
                </a:ext>
              </a:extLst>
            </p:cNvPr>
            <p:cNvSpPr/>
            <p:nvPr/>
          </p:nvSpPr>
          <p:spPr>
            <a:xfrm>
              <a:off x="6691123" y="4587725"/>
              <a:ext cx="96258" cy="702928"/>
            </a:xfrm>
            <a:custGeom>
              <a:avLst/>
              <a:gdLst/>
              <a:ahLst/>
              <a:cxnLst/>
              <a:rect l="l" t="t" r="r" b="b"/>
              <a:pathLst>
                <a:path w="1279" h="9340" extrusionOk="0">
                  <a:moveTo>
                    <a:pt x="1" y="0"/>
                  </a:moveTo>
                  <a:lnTo>
                    <a:pt x="1" y="9340"/>
                  </a:lnTo>
                  <a:lnTo>
                    <a:pt x="664" y="9340"/>
                  </a:lnTo>
                  <a:cubicBezTo>
                    <a:pt x="1001" y="9340"/>
                    <a:pt x="1278" y="7255"/>
                    <a:pt x="1278" y="4676"/>
                  </a:cubicBezTo>
                  <a:cubicBezTo>
                    <a:pt x="1278" y="2097"/>
                    <a:pt x="1001" y="0"/>
                    <a:pt x="6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11;p60">
              <a:extLst>
                <a:ext uri="{FF2B5EF4-FFF2-40B4-BE49-F238E27FC236}">
                  <a16:creationId xmlns:a16="http://schemas.microsoft.com/office/drawing/2014/main" id="{BA822749-6A29-D4D0-5B02-6C6E45C98062}"/>
                </a:ext>
              </a:extLst>
            </p:cNvPr>
            <p:cNvSpPr/>
            <p:nvPr/>
          </p:nvSpPr>
          <p:spPr>
            <a:xfrm>
              <a:off x="6609542" y="4463473"/>
              <a:ext cx="129748" cy="951437"/>
            </a:xfrm>
            <a:custGeom>
              <a:avLst/>
              <a:gdLst/>
              <a:ahLst/>
              <a:cxnLst/>
              <a:rect l="l" t="t" r="r" b="b"/>
              <a:pathLst>
                <a:path w="1724" h="12642" extrusionOk="0">
                  <a:moveTo>
                    <a:pt x="0" y="1"/>
                  </a:moveTo>
                  <a:lnTo>
                    <a:pt x="0" y="12641"/>
                  </a:lnTo>
                  <a:lnTo>
                    <a:pt x="904" y="12641"/>
                  </a:lnTo>
                  <a:cubicBezTo>
                    <a:pt x="1362" y="12641"/>
                    <a:pt x="1724" y="9810"/>
                    <a:pt x="1724" y="6327"/>
                  </a:cubicBezTo>
                  <a:cubicBezTo>
                    <a:pt x="1724" y="2832"/>
                    <a:pt x="1362" y="1"/>
                    <a:pt x="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12;p60">
              <a:extLst>
                <a:ext uri="{FF2B5EF4-FFF2-40B4-BE49-F238E27FC236}">
                  <a16:creationId xmlns:a16="http://schemas.microsoft.com/office/drawing/2014/main" id="{B123973F-9F6F-D283-65A1-D92C710750D4}"/>
                </a:ext>
              </a:extLst>
            </p:cNvPr>
            <p:cNvSpPr/>
            <p:nvPr/>
          </p:nvSpPr>
          <p:spPr>
            <a:xfrm>
              <a:off x="6547830" y="4463473"/>
              <a:ext cx="124405" cy="951437"/>
            </a:xfrm>
            <a:custGeom>
              <a:avLst/>
              <a:gdLst/>
              <a:ahLst/>
              <a:cxnLst/>
              <a:rect l="l" t="t" r="r" b="b"/>
              <a:pathLst>
                <a:path w="1653" h="12642" extrusionOk="0">
                  <a:moveTo>
                    <a:pt x="820" y="1"/>
                  </a:moveTo>
                  <a:cubicBezTo>
                    <a:pt x="362" y="1"/>
                    <a:pt x="1" y="2832"/>
                    <a:pt x="1" y="6327"/>
                  </a:cubicBezTo>
                  <a:cubicBezTo>
                    <a:pt x="1" y="9810"/>
                    <a:pt x="362" y="12641"/>
                    <a:pt x="820" y="12641"/>
                  </a:cubicBezTo>
                  <a:cubicBezTo>
                    <a:pt x="1278" y="12641"/>
                    <a:pt x="1652" y="9810"/>
                    <a:pt x="1652" y="6327"/>
                  </a:cubicBezTo>
                  <a:cubicBezTo>
                    <a:pt x="1652" y="2832"/>
                    <a:pt x="1278" y="1"/>
                    <a:pt x="8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13;p60">
              <a:extLst>
                <a:ext uri="{FF2B5EF4-FFF2-40B4-BE49-F238E27FC236}">
                  <a16:creationId xmlns:a16="http://schemas.microsoft.com/office/drawing/2014/main" id="{6DD491CD-759C-BE41-5E67-894604F8853E}"/>
                </a:ext>
              </a:extLst>
            </p:cNvPr>
            <p:cNvSpPr/>
            <p:nvPr/>
          </p:nvSpPr>
          <p:spPr>
            <a:xfrm>
              <a:off x="4282389" y="4947763"/>
              <a:ext cx="492577" cy="51779"/>
            </a:xfrm>
            <a:custGeom>
              <a:avLst/>
              <a:gdLst/>
              <a:ahLst/>
              <a:cxnLst/>
              <a:rect l="l" t="t" r="r" b="b"/>
              <a:pathLst>
                <a:path w="6545" h="688" extrusionOk="0">
                  <a:moveTo>
                    <a:pt x="338" y="1"/>
                  </a:moveTo>
                  <a:cubicBezTo>
                    <a:pt x="145" y="1"/>
                    <a:pt x="1" y="157"/>
                    <a:pt x="1" y="350"/>
                  </a:cubicBezTo>
                  <a:cubicBezTo>
                    <a:pt x="1" y="531"/>
                    <a:pt x="145" y="687"/>
                    <a:pt x="338" y="687"/>
                  </a:cubicBezTo>
                  <a:lnTo>
                    <a:pt x="6207" y="687"/>
                  </a:lnTo>
                  <a:cubicBezTo>
                    <a:pt x="6400" y="687"/>
                    <a:pt x="6545" y="531"/>
                    <a:pt x="6545" y="350"/>
                  </a:cubicBezTo>
                  <a:cubicBezTo>
                    <a:pt x="6545" y="157"/>
                    <a:pt x="6400" y="1"/>
                    <a:pt x="6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14;p60">
              <a:extLst>
                <a:ext uri="{FF2B5EF4-FFF2-40B4-BE49-F238E27FC236}">
                  <a16:creationId xmlns:a16="http://schemas.microsoft.com/office/drawing/2014/main" id="{40CD0736-0BF6-77EA-C0F1-CD97BDE27E4F}"/>
                </a:ext>
              </a:extLst>
            </p:cNvPr>
            <p:cNvSpPr/>
            <p:nvPr/>
          </p:nvSpPr>
          <p:spPr>
            <a:xfrm>
              <a:off x="4657027" y="3914761"/>
              <a:ext cx="359141" cy="1134469"/>
            </a:xfrm>
            <a:custGeom>
              <a:avLst/>
              <a:gdLst/>
              <a:ahLst/>
              <a:cxnLst/>
              <a:rect l="l" t="t" r="r" b="b"/>
              <a:pathLst>
                <a:path w="4772" h="15074" extrusionOk="0">
                  <a:moveTo>
                    <a:pt x="2687" y="1"/>
                  </a:moveTo>
                  <a:cubicBezTo>
                    <a:pt x="2687" y="1"/>
                    <a:pt x="1518" y="5026"/>
                    <a:pt x="1277" y="5978"/>
                  </a:cubicBezTo>
                  <a:cubicBezTo>
                    <a:pt x="1024" y="6930"/>
                    <a:pt x="469" y="10147"/>
                    <a:pt x="469" y="11172"/>
                  </a:cubicBezTo>
                  <a:cubicBezTo>
                    <a:pt x="469" y="12196"/>
                    <a:pt x="72" y="13365"/>
                    <a:pt x="36" y="13714"/>
                  </a:cubicBezTo>
                  <a:cubicBezTo>
                    <a:pt x="0" y="14076"/>
                    <a:pt x="180" y="14775"/>
                    <a:pt x="397" y="14847"/>
                  </a:cubicBezTo>
                  <a:cubicBezTo>
                    <a:pt x="603" y="14919"/>
                    <a:pt x="1591" y="14884"/>
                    <a:pt x="1699" y="14956"/>
                  </a:cubicBezTo>
                  <a:cubicBezTo>
                    <a:pt x="1769" y="15003"/>
                    <a:pt x="1893" y="15074"/>
                    <a:pt x="2022" y="15074"/>
                  </a:cubicBezTo>
                  <a:cubicBezTo>
                    <a:pt x="2093" y="15074"/>
                    <a:pt x="2165" y="15052"/>
                    <a:pt x="2229" y="14992"/>
                  </a:cubicBezTo>
                  <a:cubicBezTo>
                    <a:pt x="2410" y="14811"/>
                    <a:pt x="2555" y="14317"/>
                    <a:pt x="2687" y="14209"/>
                  </a:cubicBezTo>
                  <a:cubicBezTo>
                    <a:pt x="2831" y="14112"/>
                    <a:pt x="3145" y="13679"/>
                    <a:pt x="2940" y="13329"/>
                  </a:cubicBezTo>
                  <a:cubicBezTo>
                    <a:pt x="2723" y="12980"/>
                    <a:pt x="2084" y="12654"/>
                    <a:pt x="1988" y="12413"/>
                  </a:cubicBezTo>
                  <a:cubicBezTo>
                    <a:pt x="1880" y="12160"/>
                    <a:pt x="3615" y="7461"/>
                    <a:pt x="3615" y="6821"/>
                  </a:cubicBezTo>
                  <a:cubicBezTo>
                    <a:pt x="3615" y="6195"/>
                    <a:pt x="3928" y="4665"/>
                    <a:pt x="3928" y="4665"/>
                  </a:cubicBezTo>
                  <a:lnTo>
                    <a:pt x="4772" y="1917"/>
                  </a:lnTo>
                  <a:cubicBezTo>
                    <a:pt x="4772" y="1917"/>
                    <a:pt x="3013" y="399"/>
                    <a:pt x="2687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15;p60">
              <a:extLst>
                <a:ext uri="{FF2B5EF4-FFF2-40B4-BE49-F238E27FC236}">
                  <a16:creationId xmlns:a16="http://schemas.microsoft.com/office/drawing/2014/main" id="{59C384B3-5A1E-A7BC-F247-88AFDFC9FCB6}"/>
                </a:ext>
              </a:extLst>
            </p:cNvPr>
            <p:cNvSpPr/>
            <p:nvPr/>
          </p:nvSpPr>
          <p:spPr>
            <a:xfrm>
              <a:off x="6079043" y="4947763"/>
              <a:ext cx="562343" cy="51779"/>
            </a:xfrm>
            <a:custGeom>
              <a:avLst/>
              <a:gdLst/>
              <a:ahLst/>
              <a:cxnLst/>
              <a:rect l="l" t="t" r="r" b="b"/>
              <a:pathLst>
                <a:path w="7472" h="688" extrusionOk="0">
                  <a:moveTo>
                    <a:pt x="338" y="1"/>
                  </a:moveTo>
                  <a:cubicBezTo>
                    <a:pt x="145" y="1"/>
                    <a:pt x="0" y="157"/>
                    <a:pt x="0" y="350"/>
                  </a:cubicBezTo>
                  <a:cubicBezTo>
                    <a:pt x="0" y="531"/>
                    <a:pt x="145" y="687"/>
                    <a:pt x="338" y="687"/>
                  </a:cubicBezTo>
                  <a:lnTo>
                    <a:pt x="7134" y="687"/>
                  </a:lnTo>
                  <a:cubicBezTo>
                    <a:pt x="7314" y="687"/>
                    <a:pt x="7471" y="531"/>
                    <a:pt x="7471" y="350"/>
                  </a:cubicBezTo>
                  <a:cubicBezTo>
                    <a:pt x="7471" y="157"/>
                    <a:pt x="7314" y="1"/>
                    <a:pt x="7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16;p60">
              <a:extLst>
                <a:ext uri="{FF2B5EF4-FFF2-40B4-BE49-F238E27FC236}">
                  <a16:creationId xmlns:a16="http://schemas.microsoft.com/office/drawing/2014/main" id="{67335DA3-D3EC-2D9B-7ABC-70D3DE332556}"/>
                </a:ext>
              </a:extLst>
            </p:cNvPr>
            <p:cNvSpPr/>
            <p:nvPr/>
          </p:nvSpPr>
          <p:spPr>
            <a:xfrm>
              <a:off x="5833172" y="3914761"/>
              <a:ext cx="359216" cy="1134469"/>
            </a:xfrm>
            <a:custGeom>
              <a:avLst/>
              <a:gdLst/>
              <a:ahLst/>
              <a:cxnLst/>
              <a:rect l="l" t="t" r="r" b="b"/>
              <a:pathLst>
                <a:path w="4773" h="15074" extrusionOk="0">
                  <a:moveTo>
                    <a:pt x="2086" y="1"/>
                  </a:moveTo>
                  <a:cubicBezTo>
                    <a:pt x="1773" y="399"/>
                    <a:pt x="1" y="1917"/>
                    <a:pt x="1" y="1917"/>
                  </a:cubicBezTo>
                  <a:lnTo>
                    <a:pt x="844" y="4665"/>
                  </a:lnTo>
                  <a:cubicBezTo>
                    <a:pt x="844" y="4665"/>
                    <a:pt x="1170" y="6195"/>
                    <a:pt x="1170" y="6821"/>
                  </a:cubicBezTo>
                  <a:cubicBezTo>
                    <a:pt x="1170" y="7461"/>
                    <a:pt x="2906" y="12160"/>
                    <a:pt x="2797" y="12413"/>
                  </a:cubicBezTo>
                  <a:cubicBezTo>
                    <a:pt x="2689" y="12654"/>
                    <a:pt x="2050" y="12980"/>
                    <a:pt x="1845" y="13329"/>
                  </a:cubicBezTo>
                  <a:cubicBezTo>
                    <a:pt x="1628" y="13679"/>
                    <a:pt x="1942" y="14112"/>
                    <a:pt x="2086" y="14209"/>
                  </a:cubicBezTo>
                  <a:cubicBezTo>
                    <a:pt x="2231" y="14317"/>
                    <a:pt x="2375" y="14811"/>
                    <a:pt x="2544" y="14992"/>
                  </a:cubicBezTo>
                  <a:cubicBezTo>
                    <a:pt x="2608" y="15052"/>
                    <a:pt x="2680" y="15074"/>
                    <a:pt x="2751" y="15074"/>
                  </a:cubicBezTo>
                  <a:cubicBezTo>
                    <a:pt x="2879" y="15074"/>
                    <a:pt x="3004" y="15003"/>
                    <a:pt x="3074" y="14956"/>
                  </a:cubicBezTo>
                  <a:cubicBezTo>
                    <a:pt x="3182" y="14884"/>
                    <a:pt x="4170" y="14919"/>
                    <a:pt x="4387" y="14847"/>
                  </a:cubicBezTo>
                  <a:cubicBezTo>
                    <a:pt x="4593" y="14775"/>
                    <a:pt x="4773" y="14076"/>
                    <a:pt x="4737" y="13714"/>
                  </a:cubicBezTo>
                  <a:cubicBezTo>
                    <a:pt x="4701" y="13365"/>
                    <a:pt x="4315" y="12196"/>
                    <a:pt x="4315" y="11172"/>
                  </a:cubicBezTo>
                  <a:cubicBezTo>
                    <a:pt x="4315" y="10147"/>
                    <a:pt x="3749" y="6930"/>
                    <a:pt x="3496" y="5978"/>
                  </a:cubicBezTo>
                  <a:cubicBezTo>
                    <a:pt x="3255" y="5026"/>
                    <a:pt x="2086" y="1"/>
                    <a:pt x="2086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17;p60">
              <a:extLst>
                <a:ext uri="{FF2B5EF4-FFF2-40B4-BE49-F238E27FC236}">
                  <a16:creationId xmlns:a16="http://schemas.microsoft.com/office/drawing/2014/main" id="{B0D2FCA0-EE44-7E9B-71D3-8B05EF18494D}"/>
                </a:ext>
              </a:extLst>
            </p:cNvPr>
            <p:cNvSpPr/>
            <p:nvPr/>
          </p:nvSpPr>
          <p:spPr>
            <a:xfrm>
              <a:off x="4789407" y="3653614"/>
              <a:ext cx="1270615" cy="632636"/>
            </a:xfrm>
            <a:custGeom>
              <a:avLst/>
              <a:gdLst/>
              <a:ahLst/>
              <a:cxnLst/>
              <a:rect l="l" t="t" r="r" b="b"/>
              <a:pathLst>
                <a:path w="16883" h="8406" extrusionOk="0">
                  <a:moveTo>
                    <a:pt x="8553" y="1"/>
                  </a:moveTo>
                  <a:cubicBezTo>
                    <a:pt x="8445" y="1"/>
                    <a:pt x="8341" y="5"/>
                    <a:pt x="8243" y="13"/>
                  </a:cubicBezTo>
                  <a:cubicBezTo>
                    <a:pt x="8243" y="13"/>
                    <a:pt x="6194" y="362"/>
                    <a:pt x="4290" y="1037"/>
                  </a:cubicBezTo>
                  <a:cubicBezTo>
                    <a:pt x="2386" y="1712"/>
                    <a:pt x="892" y="3085"/>
                    <a:pt x="928" y="3471"/>
                  </a:cubicBezTo>
                  <a:cubicBezTo>
                    <a:pt x="928" y="3471"/>
                    <a:pt x="422" y="5677"/>
                    <a:pt x="0" y="7436"/>
                  </a:cubicBezTo>
                  <a:cubicBezTo>
                    <a:pt x="277" y="7581"/>
                    <a:pt x="603" y="7701"/>
                    <a:pt x="964" y="7785"/>
                  </a:cubicBezTo>
                  <a:cubicBezTo>
                    <a:pt x="1345" y="7869"/>
                    <a:pt x="1689" y="7902"/>
                    <a:pt x="1987" y="7902"/>
                  </a:cubicBezTo>
                  <a:cubicBezTo>
                    <a:pt x="2076" y="7902"/>
                    <a:pt x="2161" y="7899"/>
                    <a:pt x="2242" y="7894"/>
                  </a:cubicBezTo>
                  <a:lnTo>
                    <a:pt x="2989" y="5495"/>
                  </a:lnTo>
                  <a:cubicBezTo>
                    <a:pt x="3206" y="5664"/>
                    <a:pt x="3399" y="5821"/>
                    <a:pt x="3543" y="5953"/>
                  </a:cubicBezTo>
                  <a:cubicBezTo>
                    <a:pt x="4290" y="6544"/>
                    <a:pt x="4965" y="7677"/>
                    <a:pt x="7363" y="8280"/>
                  </a:cubicBezTo>
                  <a:cubicBezTo>
                    <a:pt x="7712" y="8367"/>
                    <a:pt x="8057" y="8406"/>
                    <a:pt x="8392" y="8406"/>
                  </a:cubicBezTo>
                  <a:cubicBezTo>
                    <a:pt x="10353" y="8406"/>
                    <a:pt x="11981" y="7096"/>
                    <a:pt x="12352" y="6797"/>
                  </a:cubicBezTo>
                  <a:cubicBezTo>
                    <a:pt x="12774" y="6448"/>
                    <a:pt x="13449" y="5592"/>
                    <a:pt x="13449" y="5592"/>
                  </a:cubicBezTo>
                  <a:cubicBezTo>
                    <a:pt x="13449" y="5592"/>
                    <a:pt x="13690" y="5447"/>
                    <a:pt x="14039" y="5243"/>
                  </a:cubicBezTo>
                  <a:lnTo>
                    <a:pt x="14039" y="5243"/>
                  </a:lnTo>
                  <a:cubicBezTo>
                    <a:pt x="13931" y="5327"/>
                    <a:pt x="13870" y="5387"/>
                    <a:pt x="13870" y="5387"/>
                  </a:cubicBezTo>
                  <a:lnTo>
                    <a:pt x="14641" y="7894"/>
                  </a:lnTo>
                  <a:cubicBezTo>
                    <a:pt x="14724" y="7899"/>
                    <a:pt x="14811" y="7902"/>
                    <a:pt x="14900" y="7902"/>
                  </a:cubicBezTo>
                  <a:cubicBezTo>
                    <a:pt x="15201" y="7902"/>
                    <a:pt x="15538" y="7869"/>
                    <a:pt x="15919" y="7785"/>
                  </a:cubicBezTo>
                  <a:cubicBezTo>
                    <a:pt x="16293" y="7701"/>
                    <a:pt x="16606" y="7581"/>
                    <a:pt x="16883" y="7436"/>
                  </a:cubicBezTo>
                  <a:cubicBezTo>
                    <a:pt x="16461" y="5677"/>
                    <a:pt x="15955" y="3471"/>
                    <a:pt x="15955" y="3471"/>
                  </a:cubicBezTo>
                  <a:cubicBezTo>
                    <a:pt x="15943" y="3483"/>
                    <a:pt x="15931" y="3508"/>
                    <a:pt x="15919" y="3519"/>
                  </a:cubicBezTo>
                  <a:cubicBezTo>
                    <a:pt x="15811" y="2965"/>
                    <a:pt x="14930" y="2158"/>
                    <a:pt x="13545" y="1422"/>
                  </a:cubicBezTo>
                  <a:cubicBezTo>
                    <a:pt x="12006" y="609"/>
                    <a:pt x="9900" y="1"/>
                    <a:pt x="8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18;p60">
              <a:extLst>
                <a:ext uri="{FF2B5EF4-FFF2-40B4-BE49-F238E27FC236}">
                  <a16:creationId xmlns:a16="http://schemas.microsoft.com/office/drawing/2014/main" id="{BD4776DB-035C-EF9C-3BF2-A59585B73C34}"/>
                </a:ext>
              </a:extLst>
            </p:cNvPr>
            <p:cNvSpPr/>
            <p:nvPr/>
          </p:nvSpPr>
          <p:spPr>
            <a:xfrm>
              <a:off x="5258195" y="3467875"/>
              <a:ext cx="279440" cy="529605"/>
            </a:xfrm>
            <a:custGeom>
              <a:avLst/>
              <a:gdLst/>
              <a:ahLst/>
              <a:cxnLst/>
              <a:rect l="l" t="t" r="r" b="b"/>
              <a:pathLst>
                <a:path w="3713" h="7037" extrusionOk="0">
                  <a:moveTo>
                    <a:pt x="1998" y="1"/>
                  </a:moveTo>
                  <a:cubicBezTo>
                    <a:pt x="1938" y="1"/>
                    <a:pt x="1875" y="4"/>
                    <a:pt x="1809" y="10"/>
                  </a:cubicBezTo>
                  <a:cubicBezTo>
                    <a:pt x="712" y="106"/>
                    <a:pt x="255" y="818"/>
                    <a:pt x="146" y="1420"/>
                  </a:cubicBezTo>
                  <a:cubicBezTo>
                    <a:pt x="38" y="2023"/>
                    <a:pt x="1" y="4602"/>
                    <a:pt x="255" y="4987"/>
                  </a:cubicBezTo>
                  <a:cubicBezTo>
                    <a:pt x="496" y="5373"/>
                    <a:pt x="1423" y="6999"/>
                    <a:pt x="2050" y="7036"/>
                  </a:cubicBezTo>
                  <a:cubicBezTo>
                    <a:pt x="2055" y="7036"/>
                    <a:pt x="2061" y="7036"/>
                    <a:pt x="2066" y="7036"/>
                  </a:cubicBezTo>
                  <a:cubicBezTo>
                    <a:pt x="2707" y="7036"/>
                    <a:pt x="3713" y="5056"/>
                    <a:pt x="3713" y="4674"/>
                  </a:cubicBezTo>
                  <a:cubicBezTo>
                    <a:pt x="3713" y="4276"/>
                    <a:pt x="3677" y="2661"/>
                    <a:pt x="3677" y="2192"/>
                  </a:cubicBezTo>
                  <a:cubicBezTo>
                    <a:pt x="3677" y="1734"/>
                    <a:pt x="3605" y="1095"/>
                    <a:pt x="3219" y="746"/>
                  </a:cubicBezTo>
                  <a:cubicBezTo>
                    <a:pt x="3219" y="746"/>
                    <a:pt x="2942" y="1"/>
                    <a:pt x="1998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19;p60">
              <a:extLst>
                <a:ext uri="{FF2B5EF4-FFF2-40B4-BE49-F238E27FC236}">
                  <a16:creationId xmlns:a16="http://schemas.microsoft.com/office/drawing/2014/main" id="{9F1EAA8D-955E-F1D6-BF0B-5DCD913DC8FA}"/>
                </a:ext>
              </a:extLst>
            </p:cNvPr>
            <p:cNvSpPr/>
            <p:nvPr/>
          </p:nvSpPr>
          <p:spPr>
            <a:xfrm>
              <a:off x="5223801" y="3634648"/>
              <a:ext cx="42672" cy="131479"/>
            </a:xfrm>
            <a:custGeom>
              <a:avLst/>
              <a:gdLst/>
              <a:ahLst/>
              <a:cxnLst/>
              <a:rect l="l" t="t" r="r" b="b"/>
              <a:pathLst>
                <a:path w="567" h="1747" extrusionOk="0">
                  <a:moveTo>
                    <a:pt x="369" y="0"/>
                  </a:moveTo>
                  <a:cubicBezTo>
                    <a:pt x="324" y="0"/>
                    <a:pt x="273" y="42"/>
                    <a:pt x="217" y="156"/>
                  </a:cubicBezTo>
                  <a:cubicBezTo>
                    <a:pt x="0" y="578"/>
                    <a:pt x="0" y="1108"/>
                    <a:pt x="181" y="1361"/>
                  </a:cubicBezTo>
                  <a:cubicBezTo>
                    <a:pt x="350" y="1602"/>
                    <a:pt x="530" y="1747"/>
                    <a:pt x="530" y="1747"/>
                  </a:cubicBezTo>
                  <a:lnTo>
                    <a:pt x="567" y="301"/>
                  </a:lnTo>
                  <a:cubicBezTo>
                    <a:pt x="567" y="301"/>
                    <a:pt x="490" y="0"/>
                    <a:pt x="369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20;p60">
              <a:extLst>
                <a:ext uri="{FF2B5EF4-FFF2-40B4-BE49-F238E27FC236}">
                  <a16:creationId xmlns:a16="http://schemas.microsoft.com/office/drawing/2014/main" id="{7AA24050-732B-F548-66E9-E6267C7772EC}"/>
                </a:ext>
              </a:extLst>
            </p:cNvPr>
            <p:cNvSpPr/>
            <p:nvPr/>
          </p:nvSpPr>
          <p:spPr>
            <a:xfrm>
              <a:off x="5535749" y="3634648"/>
              <a:ext cx="42748" cy="131479"/>
            </a:xfrm>
            <a:custGeom>
              <a:avLst/>
              <a:gdLst/>
              <a:ahLst/>
              <a:cxnLst/>
              <a:rect l="l" t="t" r="r" b="b"/>
              <a:pathLst>
                <a:path w="568" h="1747" extrusionOk="0">
                  <a:moveTo>
                    <a:pt x="203" y="0"/>
                  </a:moveTo>
                  <a:cubicBezTo>
                    <a:pt x="77" y="0"/>
                    <a:pt x="0" y="301"/>
                    <a:pt x="0" y="301"/>
                  </a:cubicBezTo>
                  <a:lnTo>
                    <a:pt x="37" y="1747"/>
                  </a:lnTo>
                  <a:cubicBezTo>
                    <a:pt x="37" y="1747"/>
                    <a:pt x="217" y="1602"/>
                    <a:pt x="399" y="1361"/>
                  </a:cubicBezTo>
                  <a:cubicBezTo>
                    <a:pt x="567" y="1108"/>
                    <a:pt x="567" y="578"/>
                    <a:pt x="362" y="156"/>
                  </a:cubicBezTo>
                  <a:cubicBezTo>
                    <a:pt x="303" y="42"/>
                    <a:pt x="250" y="0"/>
                    <a:pt x="203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21;p60">
              <a:extLst>
                <a:ext uri="{FF2B5EF4-FFF2-40B4-BE49-F238E27FC236}">
                  <a16:creationId xmlns:a16="http://schemas.microsoft.com/office/drawing/2014/main" id="{009D28F0-DEF5-1AD8-946F-6B812EC2D688}"/>
                </a:ext>
              </a:extLst>
            </p:cNvPr>
            <p:cNvSpPr/>
            <p:nvPr/>
          </p:nvSpPr>
          <p:spPr>
            <a:xfrm>
              <a:off x="5262786" y="3467875"/>
              <a:ext cx="273946" cy="276505"/>
            </a:xfrm>
            <a:custGeom>
              <a:avLst/>
              <a:gdLst/>
              <a:ahLst/>
              <a:cxnLst/>
              <a:rect l="l" t="t" r="r" b="b"/>
              <a:pathLst>
                <a:path w="3640" h="3674" extrusionOk="0">
                  <a:moveTo>
                    <a:pt x="1937" y="1"/>
                  </a:moveTo>
                  <a:cubicBezTo>
                    <a:pt x="1877" y="1"/>
                    <a:pt x="1814" y="4"/>
                    <a:pt x="1748" y="10"/>
                  </a:cubicBezTo>
                  <a:cubicBezTo>
                    <a:pt x="651" y="106"/>
                    <a:pt x="194" y="818"/>
                    <a:pt x="85" y="1420"/>
                  </a:cubicBezTo>
                  <a:cubicBezTo>
                    <a:pt x="25" y="1721"/>
                    <a:pt x="1" y="2541"/>
                    <a:pt x="1" y="3324"/>
                  </a:cubicBezTo>
                  <a:cubicBezTo>
                    <a:pt x="109" y="3288"/>
                    <a:pt x="205" y="3228"/>
                    <a:pt x="229" y="3119"/>
                  </a:cubicBezTo>
                  <a:cubicBezTo>
                    <a:pt x="266" y="2867"/>
                    <a:pt x="362" y="2155"/>
                    <a:pt x="362" y="2155"/>
                  </a:cubicBezTo>
                  <a:cubicBezTo>
                    <a:pt x="362" y="2155"/>
                    <a:pt x="972" y="2662"/>
                    <a:pt x="1856" y="2662"/>
                  </a:cubicBezTo>
                  <a:cubicBezTo>
                    <a:pt x="1876" y="2662"/>
                    <a:pt x="1896" y="2662"/>
                    <a:pt x="1916" y="2661"/>
                  </a:cubicBezTo>
                  <a:cubicBezTo>
                    <a:pt x="2845" y="2625"/>
                    <a:pt x="3194" y="2155"/>
                    <a:pt x="3194" y="2155"/>
                  </a:cubicBezTo>
                  <a:cubicBezTo>
                    <a:pt x="3194" y="2155"/>
                    <a:pt x="3230" y="3324"/>
                    <a:pt x="3375" y="3469"/>
                  </a:cubicBezTo>
                  <a:cubicBezTo>
                    <a:pt x="3435" y="3541"/>
                    <a:pt x="3544" y="3614"/>
                    <a:pt x="3640" y="3673"/>
                  </a:cubicBezTo>
                  <a:cubicBezTo>
                    <a:pt x="3627" y="3095"/>
                    <a:pt x="3616" y="2457"/>
                    <a:pt x="3616" y="2192"/>
                  </a:cubicBezTo>
                  <a:cubicBezTo>
                    <a:pt x="3616" y="1734"/>
                    <a:pt x="3544" y="1095"/>
                    <a:pt x="3158" y="746"/>
                  </a:cubicBezTo>
                  <a:cubicBezTo>
                    <a:pt x="3158" y="746"/>
                    <a:pt x="2881" y="1"/>
                    <a:pt x="1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22;p60">
              <a:extLst>
                <a:ext uri="{FF2B5EF4-FFF2-40B4-BE49-F238E27FC236}">
                  <a16:creationId xmlns:a16="http://schemas.microsoft.com/office/drawing/2014/main" id="{748FBD90-74D3-6545-BE5C-0019BE7E012F}"/>
                </a:ext>
              </a:extLst>
            </p:cNvPr>
            <p:cNvSpPr/>
            <p:nvPr/>
          </p:nvSpPr>
          <p:spPr>
            <a:xfrm>
              <a:off x="4810254" y="4947763"/>
              <a:ext cx="1245252" cy="51779"/>
            </a:xfrm>
            <a:custGeom>
              <a:avLst/>
              <a:gdLst/>
              <a:ahLst/>
              <a:cxnLst/>
              <a:rect l="l" t="t" r="r" b="b"/>
              <a:pathLst>
                <a:path w="16546" h="688" extrusionOk="0">
                  <a:moveTo>
                    <a:pt x="337" y="1"/>
                  </a:moveTo>
                  <a:cubicBezTo>
                    <a:pt x="145" y="1"/>
                    <a:pt x="0" y="157"/>
                    <a:pt x="0" y="350"/>
                  </a:cubicBezTo>
                  <a:cubicBezTo>
                    <a:pt x="0" y="531"/>
                    <a:pt x="145" y="687"/>
                    <a:pt x="337" y="687"/>
                  </a:cubicBezTo>
                  <a:lnTo>
                    <a:pt x="16208" y="687"/>
                  </a:lnTo>
                  <a:cubicBezTo>
                    <a:pt x="16389" y="687"/>
                    <a:pt x="16546" y="531"/>
                    <a:pt x="16546" y="350"/>
                  </a:cubicBezTo>
                  <a:cubicBezTo>
                    <a:pt x="16546" y="157"/>
                    <a:pt x="16389" y="1"/>
                    <a:pt x="16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>
            <a:spLocks noGrp="1"/>
          </p:cNvSpPr>
          <p:nvPr>
            <p:ph type="title"/>
          </p:nvPr>
        </p:nvSpPr>
        <p:spPr>
          <a:xfrm>
            <a:off x="603917" y="1775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hu-HU" dirty="0"/>
              <a:t>Felhasználói feltételek </a:t>
            </a:r>
            <a:endParaRPr dirty="0"/>
          </a:p>
        </p:txBody>
      </p:sp>
      <p:sp>
        <p:nvSpPr>
          <p:cNvPr id="482" name="Google Shape;482;p44"/>
          <p:cNvSpPr txBox="1">
            <a:spLocks noGrp="1"/>
          </p:cNvSpPr>
          <p:nvPr>
            <p:ph type="title" idx="2"/>
          </p:nvPr>
        </p:nvSpPr>
        <p:spPr>
          <a:xfrm>
            <a:off x="73628" y="1080193"/>
            <a:ext cx="2982950" cy="11645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hu-HU" sz="2400" dirty="0"/>
              <a:t>Felhasználói regisztráció</a:t>
            </a:r>
            <a:endParaRPr sz="2400" dirty="0"/>
          </a:p>
        </p:txBody>
      </p:sp>
      <p:sp>
        <p:nvSpPr>
          <p:cNvPr id="484" name="Google Shape;484;p44"/>
          <p:cNvSpPr txBox="1">
            <a:spLocks noGrp="1"/>
          </p:cNvSpPr>
          <p:nvPr>
            <p:ph type="title" idx="3"/>
          </p:nvPr>
        </p:nvSpPr>
        <p:spPr>
          <a:xfrm>
            <a:off x="6159826" y="1455457"/>
            <a:ext cx="2703249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hu-HU" sz="2400" dirty="0"/>
              <a:t>Felhasználói profil</a:t>
            </a:r>
            <a:endParaRPr sz="2400" dirty="0"/>
          </a:p>
        </p:txBody>
      </p:sp>
      <p:sp>
        <p:nvSpPr>
          <p:cNvPr id="485" name="Google Shape;485;p44"/>
          <p:cNvSpPr txBox="1">
            <a:spLocks noGrp="1"/>
          </p:cNvSpPr>
          <p:nvPr>
            <p:ph type="subTitle" idx="4"/>
          </p:nvPr>
        </p:nvSpPr>
        <p:spPr>
          <a:xfrm>
            <a:off x="3241102" y="2155800"/>
            <a:ext cx="2835598" cy="2294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hu-HU" sz="2400" dirty="0"/>
              <a:t>A már regisztrált felhasználók biztonságos belépést kapnak a saját személyes felületükre.</a:t>
            </a:r>
            <a:endParaRPr sz="2400" dirty="0"/>
          </a:p>
        </p:txBody>
      </p:sp>
      <p:sp>
        <p:nvSpPr>
          <p:cNvPr id="487" name="Google Shape;487;p44"/>
          <p:cNvSpPr txBox="1">
            <a:spLocks noGrp="1"/>
          </p:cNvSpPr>
          <p:nvPr>
            <p:ph type="subTitle" idx="6"/>
          </p:nvPr>
        </p:nvSpPr>
        <p:spPr>
          <a:xfrm>
            <a:off x="0" y="2170287"/>
            <a:ext cx="2835598" cy="21519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hu-HU" sz="2400" dirty="0"/>
              <a:t>Lehetővé teszi új felhasználók számára a fiók létrehozását és alapadatok megadását.</a:t>
            </a:r>
            <a:endParaRPr sz="2400" dirty="0"/>
          </a:p>
        </p:txBody>
      </p:sp>
      <p:sp>
        <p:nvSpPr>
          <p:cNvPr id="494" name="Google Shape;494;p44"/>
          <p:cNvSpPr txBox="1">
            <a:spLocks noGrp="1"/>
          </p:cNvSpPr>
          <p:nvPr>
            <p:ph type="title" idx="16"/>
          </p:nvPr>
        </p:nvSpPr>
        <p:spPr>
          <a:xfrm>
            <a:off x="3171710" y="1455457"/>
            <a:ext cx="234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hu-HU" sz="2400" dirty="0"/>
              <a:t>Bejelentkezés</a:t>
            </a:r>
            <a:endParaRPr sz="2400" dirty="0"/>
          </a:p>
        </p:txBody>
      </p:sp>
      <p:grpSp>
        <p:nvGrpSpPr>
          <p:cNvPr id="496" name="Google Shape;496;p44"/>
          <p:cNvGrpSpPr/>
          <p:nvPr/>
        </p:nvGrpSpPr>
        <p:grpSpPr>
          <a:xfrm>
            <a:off x="7707240" y="145221"/>
            <a:ext cx="1330275" cy="883549"/>
            <a:chOff x="662438" y="1731877"/>
            <a:chExt cx="2038217" cy="1462669"/>
          </a:xfrm>
        </p:grpSpPr>
        <p:sp>
          <p:nvSpPr>
            <p:cNvPr id="497" name="Google Shape;497;p44"/>
            <p:cNvSpPr/>
            <p:nvPr/>
          </p:nvSpPr>
          <p:spPr>
            <a:xfrm>
              <a:off x="857143" y="1731877"/>
              <a:ext cx="613601" cy="711625"/>
            </a:xfrm>
            <a:custGeom>
              <a:avLst/>
              <a:gdLst/>
              <a:ahLst/>
              <a:cxnLst/>
              <a:rect l="l" t="t" r="r" b="b"/>
              <a:pathLst>
                <a:path w="5014" h="5815" extrusionOk="0">
                  <a:moveTo>
                    <a:pt x="2855" y="1"/>
                  </a:moveTo>
                  <a:cubicBezTo>
                    <a:pt x="2680" y="1"/>
                    <a:pt x="2511" y="78"/>
                    <a:pt x="2398" y="221"/>
                  </a:cubicBezTo>
                  <a:cubicBezTo>
                    <a:pt x="1458" y="1402"/>
                    <a:pt x="687" y="2715"/>
                    <a:pt x="109" y="4113"/>
                  </a:cubicBezTo>
                  <a:cubicBezTo>
                    <a:pt x="1" y="4390"/>
                    <a:pt x="97" y="4704"/>
                    <a:pt x="350" y="4848"/>
                  </a:cubicBezTo>
                  <a:cubicBezTo>
                    <a:pt x="796" y="5113"/>
                    <a:pt x="1410" y="5475"/>
                    <a:pt x="1844" y="5727"/>
                  </a:cubicBezTo>
                  <a:cubicBezTo>
                    <a:pt x="1938" y="5786"/>
                    <a:pt x="2043" y="5814"/>
                    <a:pt x="2146" y="5814"/>
                  </a:cubicBezTo>
                  <a:cubicBezTo>
                    <a:pt x="2321" y="5814"/>
                    <a:pt x="2494" y="5734"/>
                    <a:pt x="2615" y="5583"/>
                  </a:cubicBezTo>
                  <a:cubicBezTo>
                    <a:pt x="3555" y="4414"/>
                    <a:pt x="4326" y="3100"/>
                    <a:pt x="4905" y="1703"/>
                  </a:cubicBezTo>
                  <a:cubicBezTo>
                    <a:pt x="5014" y="1426"/>
                    <a:pt x="4917" y="1113"/>
                    <a:pt x="4652" y="968"/>
                  </a:cubicBezTo>
                  <a:cubicBezTo>
                    <a:pt x="4218" y="703"/>
                    <a:pt x="3603" y="341"/>
                    <a:pt x="3169" y="88"/>
                  </a:cubicBezTo>
                  <a:cubicBezTo>
                    <a:pt x="3069" y="29"/>
                    <a:pt x="2961" y="1"/>
                    <a:pt x="2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4"/>
            <p:cNvSpPr/>
            <p:nvPr/>
          </p:nvSpPr>
          <p:spPr>
            <a:xfrm>
              <a:off x="857143" y="1848628"/>
              <a:ext cx="613601" cy="594877"/>
            </a:xfrm>
            <a:custGeom>
              <a:avLst/>
              <a:gdLst/>
              <a:ahLst/>
              <a:cxnLst/>
              <a:rect l="l" t="t" r="r" b="b"/>
              <a:pathLst>
                <a:path w="5014" h="4861" extrusionOk="0">
                  <a:moveTo>
                    <a:pt x="4603" y="0"/>
                  </a:moveTo>
                  <a:cubicBezTo>
                    <a:pt x="4420" y="0"/>
                    <a:pt x="3893" y="399"/>
                    <a:pt x="2820" y="2231"/>
                  </a:cubicBezTo>
                  <a:cubicBezTo>
                    <a:pt x="2349" y="3032"/>
                    <a:pt x="1780" y="3324"/>
                    <a:pt x="1283" y="3324"/>
                  </a:cubicBezTo>
                  <a:cubicBezTo>
                    <a:pt x="854" y="3324"/>
                    <a:pt x="478" y="3106"/>
                    <a:pt x="266" y="2810"/>
                  </a:cubicBezTo>
                  <a:cubicBezTo>
                    <a:pt x="205" y="2918"/>
                    <a:pt x="157" y="3038"/>
                    <a:pt x="109" y="3159"/>
                  </a:cubicBezTo>
                  <a:cubicBezTo>
                    <a:pt x="1" y="3436"/>
                    <a:pt x="97" y="3750"/>
                    <a:pt x="350" y="3894"/>
                  </a:cubicBezTo>
                  <a:cubicBezTo>
                    <a:pt x="796" y="4159"/>
                    <a:pt x="1410" y="4521"/>
                    <a:pt x="1844" y="4773"/>
                  </a:cubicBezTo>
                  <a:cubicBezTo>
                    <a:pt x="1938" y="4832"/>
                    <a:pt x="2043" y="4860"/>
                    <a:pt x="2146" y="4860"/>
                  </a:cubicBezTo>
                  <a:cubicBezTo>
                    <a:pt x="2321" y="4860"/>
                    <a:pt x="2494" y="4780"/>
                    <a:pt x="2615" y="4629"/>
                  </a:cubicBezTo>
                  <a:cubicBezTo>
                    <a:pt x="3555" y="3460"/>
                    <a:pt x="4326" y="2146"/>
                    <a:pt x="4905" y="749"/>
                  </a:cubicBezTo>
                  <a:cubicBezTo>
                    <a:pt x="5014" y="472"/>
                    <a:pt x="4917" y="159"/>
                    <a:pt x="4652" y="14"/>
                  </a:cubicBezTo>
                  <a:cubicBezTo>
                    <a:pt x="4640" y="5"/>
                    <a:pt x="4624" y="0"/>
                    <a:pt x="46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4"/>
            <p:cNvSpPr/>
            <p:nvPr/>
          </p:nvSpPr>
          <p:spPr>
            <a:xfrm>
              <a:off x="1123318" y="1900027"/>
              <a:ext cx="320507" cy="516066"/>
            </a:xfrm>
            <a:custGeom>
              <a:avLst/>
              <a:gdLst/>
              <a:ahLst/>
              <a:cxnLst/>
              <a:rect l="l" t="t" r="r" b="b"/>
              <a:pathLst>
                <a:path w="2619" h="4217" extrusionOk="0">
                  <a:moveTo>
                    <a:pt x="2471" y="1"/>
                  </a:moveTo>
                  <a:cubicBezTo>
                    <a:pt x="2444" y="1"/>
                    <a:pt x="2417" y="9"/>
                    <a:pt x="2392" y="28"/>
                  </a:cubicBezTo>
                  <a:cubicBezTo>
                    <a:pt x="2357" y="52"/>
                    <a:pt x="2332" y="76"/>
                    <a:pt x="2308" y="112"/>
                  </a:cubicBezTo>
                  <a:cubicBezTo>
                    <a:pt x="1368" y="1281"/>
                    <a:pt x="609" y="2570"/>
                    <a:pt x="43" y="3956"/>
                  </a:cubicBezTo>
                  <a:cubicBezTo>
                    <a:pt x="30" y="3980"/>
                    <a:pt x="19" y="4016"/>
                    <a:pt x="19" y="4040"/>
                  </a:cubicBezTo>
                  <a:cubicBezTo>
                    <a:pt x="1" y="4138"/>
                    <a:pt x="75" y="4217"/>
                    <a:pt x="159" y="4217"/>
                  </a:cubicBezTo>
                  <a:cubicBezTo>
                    <a:pt x="188" y="4217"/>
                    <a:pt x="219" y="4207"/>
                    <a:pt x="247" y="4185"/>
                  </a:cubicBezTo>
                  <a:lnTo>
                    <a:pt x="320" y="4112"/>
                  </a:lnTo>
                  <a:cubicBezTo>
                    <a:pt x="1248" y="2944"/>
                    <a:pt x="2007" y="1654"/>
                    <a:pt x="2585" y="269"/>
                  </a:cubicBezTo>
                  <a:cubicBezTo>
                    <a:pt x="2598" y="232"/>
                    <a:pt x="2609" y="196"/>
                    <a:pt x="2609" y="160"/>
                  </a:cubicBezTo>
                  <a:cubicBezTo>
                    <a:pt x="2618" y="70"/>
                    <a:pt x="2547" y="1"/>
                    <a:pt x="24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4"/>
            <p:cNvSpPr/>
            <p:nvPr/>
          </p:nvSpPr>
          <p:spPr>
            <a:xfrm>
              <a:off x="2085586" y="2457099"/>
              <a:ext cx="615069" cy="710891"/>
            </a:xfrm>
            <a:custGeom>
              <a:avLst/>
              <a:gdLst/>
              <a:ahLst/>
              <a:cxnLst/>
              <a:rect l="l" t="t" r="r" b="b"/>
              <a:pathLst>
                <a:path w="5026" h="5809" extrusionOk="0">
                  <a:moveTo>
                    <a:pt x="2874" y="1"/>
                  </a:moveTo>
                  <a:cubicBezTo>
                    <a:pt x="2698" y="1"/>
                    <a:pt x="2525" y="78"/>
                    <a:pt x="2410" y="224"/>
                  </a:cubicBezTo>
                  <a:cubicBezTo>
                    <a:pt x="1459" y="1405"/>
                    <a:pt x="687" y="2718"/>
                    <a:pt x="121" y="4104"/>
                  </a:cubicBezTo>
                  <a:cubicBezTo>
                    <a:pt x="0" y="4381"/>
                    <a:pt x="109" y="4694"/>
                    <a:pt x="362" y="4851"/>
                  </a:cubicBezTo>
                  <a:cubicBezTo>
                    <a:pt x="795" y="5104"/>
                    <a:pt x="1411" y="5465"/>
                    <a:pt x="1856" y="5730"/>
                  </a:cubicBezTo>
                  <a:cubicBezTo>
                    <a:pt x="1948" y="5783"/>
                    <a:pt x="2051" y="5809"/>
                    <a:pt x="2152" y="5809"/>
                  </a:cubicBezTo>
                  <a:cubicBezTo>
                    <a:pt x="2328" y="5809"/>
                    <a:pt x="2500" y="5731"/>
                    <a:pt x="2616" y="5586"/>
                  </a:cubicBezTo>
                  <a:cubicBezTo>
                    <a:pt x="3567" y="4405"/>
                    <a:pt x="4338" y="3092"/>
                    <a:pt x="4917" y="1694"/>
                  </a:cubicBezTo>
                  <a:cubicBezTo>
                    <a:pt x="5026" y="1429"/>
                    <a:pt x="4917" y="1115"/>
                    <a:pt x="4664" y="958"/>
                  </a:cubicBezTo>
                  <a:cubicBezTo>
                    <a:pt x="4230" y="706"/>
                    <a:pt x="3615" y="344"/>
                    <a:pt x="3170" y="79"/>
                  </a:cubicBezTo>
                  <a:cubicBezTo>
                    <a:pt x="3077" y="26"/>
                    <a:pt x="2975" y="1"/>
                    <a:pt x="28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4"/>
            <p:cNvSpPr/>
            <p:nvPr/>
          </p:nvSpPr>
          <p:spPr>
            <a:xfrm>
              <a:off x="2089991" y="2459669"/>
              <a:ext cx="373251" cy="572971"/>
            </a:xfrm>
            <a:custGeom>
              <a:avLst/>
              <a:gdLst/>
              <a:ahLst/>
              <a:cxnLst/>
              <a:rect l="l" t="t" r="r" b="b"/>
              <a:pathLst>
                <a:path w="3050" h="4682" extrusionOk="0">
                  <a:moveTo>
                    <a:pt x="2731" y="0"/>
                  </a:moveTo>
                  <a:cubicBezTo>
                    <a:pt x="2693" y="0"/>
                    <a:pt x="2654" y="7"/>
                    <a:pt x="2615" y="21"/>
                  </a:cubicBezTo>
                  <a:cubicBezTo>
                    <a:pt x="2531" y="58"/>
                    <a:pt x="2435" y="118"/>
                    <a:pt x="2374" y="203"/>
                  </a:cubicBezTo>
                  <a:cubicBezTo>
                    <a:pt x="1423" y="1384"/>
                    <a:pt x="651" y="2697"/>
                    <a:pt x="85" y="4083"/>
                  </a:cubicBezTo>
                  <a:cubicBezTo>
                    <a:pt x="1" y="4287"/>
                    <a:pt x="36" y="4517"/>
                    <a:pt x="157" y="4673"/>
                  </a:cubicBezTo>
                  <a:cubicBezTo>
                    <a:pt x="189" y="4679"/>
                    <a:pt x="220" y="4681"/>
                    <a:pt x="252" y="4681"/>
                  </a:cubicBezTo>
                  <a:cubicBezTo>
                    <a:pt x="424" y="4681"/>
                    <a:pt x="589" y="4599"/>
                    <a:pt x="711" y="4456"/>
                  </a:cubicBezTo>
                  <a:cubicBezTo>
                    <a:pt x="1651" y="3275"/>
                    <a:pt x="2422" y="1974"/>
                    <a:pt x="3001" y="576"/>
                  </a:cubicBezTo>
                  <a:cubicBezTo>
                    <a:pt x="3037" y="468"/>
                    <a:pt x="3049" y="371"/>
                    <a:pt x="3037" y="262"/>
                  </a:cubicBezTo>
                  <a:cubicBezTo>
                    <a:pt x="3018" y="108"/>
                    <a:pt x="2883" y="0"/>
                    <a:pt x="2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4"/>
            <p:cNvSpPr/>
            <p:nvPr/>
          </p:nvSpPr>
          <p:spPr>
            <a:xfrm>
              <a:off x="2085586" y="2574339"/>
              <a:ext cx="615069" cy="593653"/>
            </a:xfrm>
            <a:custGeom>
              <a:avLst/>
              <a:gdLst/>
              <a:ahLst/>
              <a:cxnLst/>
              <a:rect l="l" t="t" r="r" b="b"/>
              <a:pathLst>
                <a:path w="5026" h="4851" extrusionOk="0">
                  <a:moveTo>
                    <a:pt x="4664" y="0"/>
                  </a:moveTo>
                  <a:cubicBezTo>
                    <a:pt x="4544" y="699"/>
                    <a:pt x="3904" y="2001"/>
                    <a:pt x="3170" y="3109"/>
                  </a:cubicBezTo>
                  <a:cubicBezTo>
                    <a:pt x="2825" y="3627"/>
                    <a:pt x="2414" y="3815"/>
                    <a:pt x="2007" y="3815"/>
                  </a:cubicBezTo>
                  <a:cubicBezTo>
                    <a:pt x="1276" y="3815"/>
                    <a:pt x="559" y="3207"/>
                    <a:pt x="265" y="2796"/>
                  </a:cubicBezTo>
                  <a:cubicBezTo>
                    <a:pt x="217" y="2916"/>
                    <a:pt x="169" y="3037"/>
                    <a:pt x="121" y="3146"/>
                  </a:cubicBezTo>
                  <a:cubicBezTo>
                    <a:pt x="0" y="3423"/>
                    <a:pt x="109" y="3736"/>
                    <a:pt x="362" y="3893"/>
                  </a:cubicBezTo>
                  <a:cubicBezTo>
                    <a:pt x="795" y="4146"/>
                    <a:pt x="1411" y="4507"/>
                    <a:pt x="1856" y="4772"/>
                  </a:cubicBezTo>
                  <a:cubicBezTo>
                    <a:pt x="1948" y="4825"/>
                    <a:pt x="2051" y="4851"/>
                    <a:pt x="2152" y="4851"/>
                  </a:cubicBezTo>
                  <a:cubicBezTo>
                    <a:pt x="2328" y="4851"/>
                    <a:pt x="2500" y="4773"/>
                    <a:pt x="2616" y="4628"/>
                  </a:cubicBezTo>
                  <a:cubicBezTo>
                    <a:pt x="3567" y="3447"/>
                    <a:pt x="4338" y="2134"/>
                    <a:pt x="4917" y="736"/>
                  </a:cubicBezTo>
                  <a:cubicBezTo>
                    <a:pt x="5026" y="471"/>
                    <a:pt x="4917" y="157"/>
                    <a:pt x="4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4"/>
            <p:cNvSpPr/>
            <p:nvPr/>
          </p:nvSpPr>
          <p:spPr>
            <a:xfrm>
              <a:off x="2112509" y="2484023"/>
              <a:ext cx="320874" cy="514842"/>
            </a:xfrm>
            <a:custGeom>
              <a:avLst/>
              <a:gdLst/>
              <a:ahLst/>
              <a:cxnLst/>
              <a:rect l="l" t="t" r="r" b="b"/>
              <a:pathLst>
                <a:path w="2622" h="4207" extrusionOk="0">
                  <a:moveTo>
                    <a:pt x="2475" y="1"/>
                  </a:moveTo>
                  <a:cubicBezTo>
                    <a:pt x="2448" y="1"/>
                    <a:pt x="2421" y="9"/>
                    <a:pt x="2396" y="28"/>
                  </a:cubicBezTo>
                  <a:cubicBezTo>
                    <a:pt x="2359" y="39"/>
                    <a:pt x="2335" y="76"/>
                    <a:pt x="2311" y="100"/>
                  </a:cubicBezTo>
                  <a:cubicBezTo>
                    <a:pt x="1371" y="1268"/>
                    <a:pt x="612" y="2570"/>
                    <a:pt x="45" y="3944"/>
                  </a:cubicBezTo>
                  <a:cubicBezTo>
                    <a:pt x="34" y="3980"/>
                    <a:pt x="21" y="4004"/>
                    <a:pt x="10" y="4040"/>
                  </a:cubicBezTo>
                  <a:cubicBezTo>
                    <a:pt x="1" y="4136"/>
                    <a:pt x="74" y="4207"/>
                    <a:pt x="156" y="4207"/>
                  </a:cubicBezTo>
                  <a:cubicBezTo>
                    <a:pt x="187" y="4207"/>
                    <a:pt x="220" y="4196"/>
                    <a:pt x="251" y="4173"/>
                  </a:cubicBezTo>
                  <a:cubicBezTo>
                    <a:pt x="275" y="4161"/>
                    <a:pt x="299" y="4137"/>
                    <a:pt x="310" y="4112"/>
                  </a:cubicBezTo>
                  <a:cubicBezTo>
                    <a:pt x="1250" y="2944"/>
                    <a:pt x="2010" y="1643"/>
                    <a:pt x="2588" y="269"/>
                  </a:cubicBezTo>
                  <a:cubicBezTo>
                    <a:pt x="2600" y="232"/>
                    <a:pt x="2612" y="184"/>
                    <a:pt x="2612" y="148"/>
                  </a:cubicBezTo>
                  <a:cubicBezTo>
                    <a:pt x="2621" y="68"/>
                    <a:pt x="2551" y="1"/>
                    <a:pt x="24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4"/>
            <p:cNvSpPr/>
            <p:nvPr/>
          </p:nvSpPr>
          <p:spPr>
            <a:xfrm>
              <a:off x="1228809" y="2065362"/>
              <a:ext cx="1098705" cy="769387"/>
            </a:xfrm>
            <a:custGeom>
              <a:avLst/>
              <a:gdLst/>
              <a:ahLst/>
              <a:cxnLst/>
              <a:rect l="l" t="t" r="r" b="b"/>
              <a:pathLst>
                <a:path w="8978" h="6287" extrusionOk="0">
                  <a:moveTo>
                    <a:pt x="975" y="0"/>
                  </a:moveTo>
                  <a:cubicBezTo>
                    <a:pt x="928" y="0"/>
                    <a:pt x="882" y="12"/>
                    <a:pt x="844" y="38"/>
                  </a:cubicBezTo>
                  <a:cubicBezTo>
                    <a:pt x="627" y="171"/>
                    <a:pt x="458" y="460"/>
                    <a:pt x="325" y="689"/>
                  </a:cubicBezTo>
                  <a:cubicBezTo>
                    <a:pt x="193" y="906"/>
                    <a:pt x="24" y="1207"/>
                    <a:pt x="12" y="1448"/>
                  </a:cubicBezTo>
                  <a:cubicBezTo>
                    <a:pt x="0" y="1545"/>
                    <a:pt x="49" y="1629"/>
                    <a:pt x="121" y="1677"/>
                  </a:cubicBezTo>
                  <a:cubicBezTo>
                    <a:pt x="1398" y="2557"/>
                    <a:pt x="2639" y="3340"/>
                    <a:pt x="3940" y="4087"/>
                  </a:cubicBezTo>
                  <a:cubicBezTo>
                    <a:pt x="5206" y="4858"/>
                    <a:pt x="6508" y="5570"/>
                    <a:pt x="7893" y="6256"/>
                  </a:cubicBezTo>
                  <a:cubicBezTo>
                    <a:pt x="7925" y="6277"/>
                    <a:pt x="7961" y="6287"/>
                    <a:pt x="7999" y="6287"/>
                  </a:cubicBezTo>
                  <a:cubicBezTo>
                    <a:pt x="8048" y="6287"/>
                    <a:pt x="8099" y="6271"/>
                    <a:pt x="8146" y="6244"/>
                  </a:cubicBezTo>
                  <a:cubicBezTo>
                    <a:pt x="8351" y="6111"/>
                    <a:pt x="8532" y="5822"/>
                    <a:pt x="8653" y="5605"/>
                  </a:cubicBezTo>
                  <a:cubicBezTo>
                    <a:pt x="8797" y="5364"/>
                    <a:pt x="8966" y="5088"/>
                    <a:pt x="8977" y="4834"/>
                  </a:cubicBezTo>
                  <a:cubicBezTo>
                    <a:pt x="8977" y="4738"/>
                    <a:pt x="8942" y="4654"/>
                    <a:pt x="8869" y="4606"/>
                  </a:cubicBezTo>
                  <a:cubicBezTo>
                    <a:pt x="7592" y="3738"/>
                    <a:pt x="6339" y="2943"/>
                    <a:pt x="5049" y="2196"/>
                  </a:cubicBezTo>
                  <a:cubicBezTo>
                    <a:pt x="3772" y="1436"/>
                    <a:pt x="2470" y="713"/>
                    <a:pt x="1096" y="26"/>
                  </a:cubicBezTo>
                  <a:cubicBezTo>
                    <a:pt x="1057" y="9"/>
                    <a:pt x="1016" y="0"/>
                    <a:pt x="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4"/>
            <p:cNvSpPr/>
            <p:nvPr/>
          </p:nvSpPr>
          <p:spPr>
            <a:xfrm>
              <a:off x="1503060" y="2286747"/>
              <a:ext cx="514720" cy="309860"/>
            </a:xfrm>
            <a:custGeom>
              <a:avLst/>
              <a:gdLst/>
              <a:ahLst/>
              <a:cxnLst/>
              <a:rect l="l" t="t" r="r" b="b"/>
              <a:pathLst>
                <a:path w="4206" h="2532" extrusionOk="0">
                  <a:moveTo>
                    <a:pt x="2133" y="1"/>
                  </a:moveTo>
                  <a:cubicBezTo>
                    <a:pt x="1627" y="290"/>
                    <a:pt x="1121" y="579"/>
                    <a:pt x="615" y="893"/>
                  </a:cubicBezTo>
                  <a:lnTo>
                    <a:pt x="1" y="1254"/>
                  </a:lnTo>
                  <a:cubicBezTo>
                    <a:pt x="555" y="1603"/>
                    <a:pt x="1121" y="1953"/>
                    <a:pt x="1699" y="2278"/>
                  </a:cubicBezTo>
                  <a:lnTo>
                    <a:pt x="2133" y="2532"/>
                  </a:lnTo>
                  <a:cubicBezTo>
                    <a:pt x="2832" y="2122"/>
                    <a:pt x="3519" y="1688"/>
                    <a:pt x="4206" y="1230"/>
                  </a:cubicBezTo>
                  <a:cubicBezTo>
                    <a:pt x="3748" y="941"/>
                    <a:pt x="3278" y="663"/>
                    <a:pt x="2808" y="387"/>
                  </a:cubicBezTo>
                  <a:cubicBezTo>
                    <a:pt x="2579" y="253"/>
                    <a:pt x="2363" y="121"/>
                    <a:pt x="21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4"/>
            <p:cNvSpPr/>
            <p:nvPr/>
          </p:nvSpPr>
          <p:spPr>
            <a:xfrm>
              <a:off x="1228809" y="2210137"/>
              <a:ext cx="1098705" cy="624615"/>
            </a:xfrm>
            <a:custGeom>
              <a:avLst/>
              <a:gdLst/>
              <a:ahLst/>
              <a:cxnLst/>
              <a:rect l="l" t="t" r="r" b="b"/>
              <a:pathLst>
                <a:path w="8978" h="5104" extrusionOk="0">
                  <a:moveTo>
                    <a:pt x="73" y="0"/>
                  </a:moveTo>
                  <a:cubicBezTo>
                    <a:pt x="36" y="97"/>
                    <a:pt x="12" y="181"/>
                    <a:pt x="12" y="265"/>
                  </a:cubicBezTo>
                  <a:cubicBezTo>
                    <a:pt x="0" y="362"/>
                    <a:pt x="49" y="446"/>
                    <a:pt x="121" y="494"/>
                  </a:cubicBezTo>
                  <a:cubicBezTo>
                    <a:pt x="1398" y="1374"/>
                    <a:pt x="2639" y="2157"/>
                    <a:pt x="3940" y="2904"/>
                  </a:cubicBezTo>
                  <a:cubicBezTo>
                    <a:pt x="5206" y="3675"/>
                    <a:pt x="6508" y="4387"/>
                    <a:pt x="7893" y="5073"/>
                  </a:cubicBezTo>
                  <a:cubicBezTo>
                    <a:pt x="7925" y="5094"/>
                    <a:pt x="7961" y="5104"/>
                    <a:pt x="7999" y="5104"/>
                  </a:cubicBezTo>
                  <a:cubicBezTo>
                    <a:pt x="8048" y="5104"/>
                    <a:pt x="8099" y="5088"/>
                    <a:pt x="8146" y="5061"/>
                  </a:cubicBezTo>
                  <a:cubicBezTo>
                    <a:pt x="8351" y="4928"/>
                    <a:pt x="8532" y="4639"/>
                    <a:pt x="8653" y="4422"/>
                  </a:cubicBezTo>
                  <a:cubicBezTo>
                    <a:pt x="8797" y="4181"/>
                    <a:pt x="8966" y="3905"/>
                    <a:pt x="8977" y="3651"/>
                  </a:cubicBezTo>
                  <a:cubicBezTo>
                    <a:pt x="8977" y="3555"/>
                    <a:pt x="8942" y="3471"/>
                    <a:pt x="8869" y="3423"/>
                  </a:cubicBezTo>
                  <a:cubicBezTo>
                    <a:pt x="8845" y="3410"/>
                    <a:pt x="8833" y="3410"/>
                    <a:pt x="8821" y="3399"/>
                  </a:cubicBezTo>
                  <a:cubicBezTo>
                    <a:pt x="8760" y="3567"/>
                    <a:pt x="8653" y="3736"/>
                    <a:pt x="8568" y="3892"/>
                  </a:cubicBezTo>
                  <a:cubicBezTo>
                    <a:pt x="8436" y="4109"/>
                    <a:pt x="8254" y="4398"/>
                    <a:pt x="8050" y="4531"/>
                  </a:cubicBezTo>
                  <a:cubicBezTo>
                    <a:pt x="8005" y="4563"/>
                    <a:pt x="7957" y="4578"/>
                    <a:pt x="7911" y="4578"/>
                  </a:cubicBezTo>
                  <a:cubicBezTo>
                    <a:pt x="7870" y="4578"/>
                    <a:pt x="7831" y="4566"/>
                    <a:pt x="7796" y="4543"/>
                  </a:cubicBezTo>
                  <a:cubicBezTo>
                    <a:pt x="6411" y="3856"/>
                    <a:pt x="5121" y="3145"/>
                    <a:pt x="3844" y="2374"/>
                  </a:cubicBezTo>
                  <a:cubicBezTo>
                    <a:pt x="2567" y="1639"/>
                    <a:pt x="1337" y="868"/>
                    <a:pt x="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4"/>
            <p:cNvSpPr/>
            <p:nvPr/>
          </p:nvSpPr>
          <p:spPr>
            <a:xfrm>
              <a:off x="662438" y="2484023"/>
              <a:ext cx="616660" cy="710524"/>
            </a:xfrm>
            <a:custGeom>
              <a:avLst/>
              <a:gdLst/>
              <a:ahLst/>
              <a:cxnLst/>
              <a:rect l="l" t="t" r="r" b="b"/>
              <a:pathLst>
                <a:path w="5039" h="5806" extrusionOk="0">
                  <a:moveTo>
                    <a:pt x="2150" y="1"/>
                  </a:moveTo>
                  <a:cubicBezTo>
                    <a:pt x="2045" y="1"/>
                    <a:pt x="1940" y="29"/>
                    <a:pt x="1844" y="88"/>
                  </a:cubicBezTo>
                  <a:cubicBezTo>
                    <a:pt x="1399" y="341"/>
                    <a:pt x="796" y="714"/>
                    <a:pt x="350" y="979"/>
                  </a:cubicBezTo>
                  <a:cubicBezTo>
                    <a:pt x="97" y="1124"/>
                    <a:pt x="1" y="1437"/>
                    <a:pt x="109" y="1715"/>
                  </a:cubicBezTo>
                  <a:cubicBezTo>
                    <a:pt x="700" y="3113"/>
                    <a:pt x="1483" y="4414"/>
                    <a:pt x="2435" y="5583"/>
                  </a:cubicBezTo>
                  <a:cubicBezTo>
                    <a:pt x="2550" y="5728"/>
                    <a:pt x="2723" y="5806"/>
                    <a:pt x="2899" y="5806"/>
                  </a:cubicBezTo>
                  <a:cubicBezTo>
                    <a:pt x="3000" y="5806"/>
                    <a:pt x="3102" y="5780"/>
                    <a:pt x="3194" y="5727"/>
                  </a:cubicBezTo>
                  <a:cubicBezTo>
                    <a:pt x="3640" y="5462"/>
                    <a:pt x="4243" y="5089"/>
                    <a:pt x="4688" y="4835"/>
                  </a:cubicBezTo>
                  <a:cubicBezTo>
                    <a:pt x="4942" y="4679"/>
                    <a:pt x="5038" y="4366"/>
                    <a:pt x="4929" y="4088"/>
                  </a:cubicBezTo>
                  <a:cubicBezTo>
                    <a:pt x="4339" y="2703"/>
                    <a:pt x="3555" y="1389"/>
                    <a:pt x="2604" y="221"/>
                  </a:cubicBezTo>
                  <a:cubicBezTo>
                    <a:pt x="2491" y="78"/>
                    <a:pt x="2322" y="1"/>
                    <a:pt x="21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4"/>
            <p:cNvSpPr/>
            <p:nvPr/>
          </p:nvSpPr>
          <p:spPr>
            <a:xfrm>
              <a:off x="870360" y="2484023"/>
              <a:ext cx="408741" cy="710524"/>
            </a:xfrm>
            <a:custGeom>
              <a:avLst/>
              <a:gdLst/>
              <a:ahLst/>
              <a:cxnLst/>
              <a:rect l="l" t="t" r="r" b="b"/>
              <a:pathLst>
                <a:path w="3340" h="5806" extrusionOk="0">
                  <a:moveTo>
                    <a:pt x="451" y="1"/>
                  </a:moveTo>
                  <a:cubicBezTo>
                    <a:pt x="346" y="1"/>
                    <a:pt x="241" y="29"/>
                    <a:pt x="145" y="88"/>
                  </a:cubicBezTo>
                  <a:cubicBezTo>
                    <a:pt x="13" y="160"/>
                    <a:pt x="1" y="738"/>
                    <a:pt x="1206" y="2763"/>
                  </a:cubicBezTo>
                  <a:cubicBezTo>
                    <a:pt x="2110" y="4245"/>
                    <a:pt x="1278" y="5185"/>
                    <a:pt x="495" y="5282"/>
                  </a:cubicBezTo>
                  <a:cubicBezTo>
                    <a:pt x="579" y="5378"/>
                    <a:pt x="651" y="5486"/>
                    <a:pt x="736" y="5583"/>
                  </a:cubicBezTo>
                  <a:cubicBezTo>
                    <a:pt x="851" y="5728"/>
                    <a:pt x="1024" y="5806"/>
                    <a:pt x="1200" y="5806"/>
                  </a:cubicBezTo>
                  <a:cubicBezTo>
                    <a:pt x="1301" y="5806"/>
                    <a:pt x="1403" y="5780"/>
                    <a:pt x="1495" y="5727"/>
                  </a:cubicBezTo>
                  <a:cubicBezTo>
                    <a:pt x="1941" y="5462"/>
                    <a:pt x="2544" y="5089"/>
                    <a:pt x="2989" y="4835"/>
                  </a:cubicBezTo>
                  <a:cubicBezTo>
                    <a:pt x="3243" y="4679"/>
                    <a:pt x="3339" y="4366"/>
                    <a:pt x="3230" y="4088"/>
                  </a:cubicBezTo>
                  <a:cubicBezTo>
                    <a:pt x="2640" y="2703"/>
                    <a:pt x="1856" y="1389"/>
                    <a:pt x="905" y="221"/>
                  </a:cubicBezTo>
                  <a:cubicBezTo>
                    <a:pt x="792" y="78"/>
                    <a:pt x="623" y="1"/>
                    <a:pt x="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4"/>
            <p:cNvSpPr/>
            <p:nvPr/>
          </p:nvSpPr>
          <p:spPr>
            <a:xfrm>
              <a:off x="928245" y="2510579"/>
              <a:ext cx="324790" cy="513374"/>
            </a:xfrm>
            <a:custGeom>
              <a:avLst/>
              <a:gdLst/>
              <a:ahLst/>
              <a:cxnLst/>
              <a:rect l="l" t="t" r="r" b="b"/>
              <a:pathLst>
                <a:path w="2654" h="4195" extrusionOk="0">
                  <a:moveTo>
                    <a:pt x="148" y="1"/>
                  </a:moveTo>
                  <a:cubicBezTo>
                    <a:pt x="72" y="1"/>
                    <a:pt x="1" y="70"/>
                    <a:pt x="10" y="160"/>
                  </a:cubicBezTo>
                  <a:cubicBezTo>
                    <a:pt x="10" y="196"/>
                    <a:pt x="22" y="232"/>
                    <a:pt x="46" y="269"/>
                  </a:cubicBezTo>
                  <a:cubicBezTo>
                    <a:pt x="625" y="1642"/>
                    <a:pt x="1396" y="2931"/>
                    <a:pt x="2336" y="4101"/>
                  </a:cubicBezTo>
                  <a:cubicBezTo>
                    <a:pt x="2360" y="4125"/>
                    <a:pt x="2371" y="4149"/>
                    <a:pt x="2396" y="4161"/>
                  </a:cubicBezTo>
                  <a:cubicBezTo>
                    <a:pt x="2426" y="4184"/>
                    <a:pt x="2460" y="4195"/>
                    <a:pt x="2492" y="4195"/>
                  </a:cubicBezTo>
                  <a:cubicBezTo>
                    <a:pt x="2577" y="4195"/>
                    <a:pt x="2654" y="4124"/>
                    <a:pt x="2637" y="4028"/>
                  </a:cubicBezTo>
                  <a:cubicBezTo>
                    <a:pt x="2625" y="3992"/>
                    <a:pt x="2625" y="3968"/>
                    <a:pt x="2612" y="3932"/>
                  </a:cubicBezTo>
                  <a:cubicBezTo>
                    <a:pt x="2034" y="2558"/>
                    <a:pt x="1251" y="1268"/>
                    <a:pt x="311" y="100"/>
                  </a:cubicBezTo>
                  <a:cubicBezTo>
                    <a:pt x="287" y="76"/>
                    <a:pt x="263" y="52"/>
                    <a:pt x="226" y="28"/>
                  </a:cubicBezTo>
                  <a:cubicBezTo>
                    <a:pt x="202" y="9"/>
                    <a:pt x="175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4"/>
            <p:cNvSpPr/>
            <p:nvPr/>
          </p:nvSpPr>
          <p:spPr>
            <a:xfrm>
              <a:off x="1886475" y="1751091"/>
              <a:ext cx="618006" cy="710157"/>
            </a:xfrm>
            <a:custGeom>
              <a:avLst/>
              <a:gdLst/>
              <a:ahLst/>
              <a:cxnLst/>
              <a:rect l="l" t="t" r="r" b="b"/>
              <a:pathLst>
                <a:path w="5050" h="5803" extrusionOk="0">
                  <a:moveTo>
                    <a:pt x="2150" y="0"/>
                  </a:moveTo>
                  <a:cubicBezTo>
                    <a:pt x="2045" y="0"/>
                    <a:pt x="1940" y="29"/>
                    <a:pt x="1844" y="88"/>
                  </a:cubicBezTo>
                  <a:cubicBezTo>
                    <a:pt x="1410" y="341"/>
                    <a:pt x="796" y="715"/>
                    <a:pt x="362" y="967"/>
                  </a:cubicBezTo>
                  <a:cubicBezTo>
                    <a:pt x="109" y="1124"/>
                    <a:pt x="1" y="1438"/>
                    <a:pt x="121" y="1714"/>
                  </a:cubicBezTo>
                  <a:cubicBezTo>
                    <a:pt x="700" y="3101"/>
                    <a:pt x="1483" y="4414"/>
                    <a:pt x="2435" y="5583"/>
                  </a:cubicBezTo>
                  <a:cubicBezTo>
                    <a:pt x="2555" y="5725"/>
                    <a:pt x="2727" y="5803"/>
                    <a:pt x="2900" y="5803"/>
                  </a:cubicBezTo>
                  <a:cubicBezTo>
                    <a:pt x="3005" y="5803"/>
                    <a:pt x="3111" y="5774"/>
                    <a:pt x="3206" y="5715"/>
                  </a:cubicBezTo>
                  <a:cubicBezTo>
                    <a:pt x="3640" y="5462"/>
                    <a:pt x="4254" y="5088"/>
                    <a:pt x="4688" y="4836"/>
                  </a:cubicBezTo>
                  <a:cubicBezTo>
                    <a:pt x="4941" y="4679"/>
                    <a:pt x="5049" y="4365"/>
                    <a:pt x="4929" y="4089"/>
                  </a:cubicBezTo>
                  <a:cubicBezTo>
                    <a:pt x="4351" y="2702"/>
                    <a:pt x="3568" y="1389"/>
                    <a:pt x="2615" y="220"/>
                  </a:cubicBezTo>
                  <a:cubicBezTo>
                    <a:pt x="2495" y="78"/>
                    <a:pt x="2324" y="0"/>
                    <a:pt x="21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4"/>
            <p:cNvSpPr/>
            <p:nvPr/>
          </p:nvSpPr>
          <p:spPr>
            <a:xfrm>
              <a:off x="1893817" y="1890359"/>
              <a:ext cx="377657" cy="571136"/>
            </a:xfrm>
            <a:custGeom>
              <a:avLst/>
              <a:gdLst/>
              <a:ahLst/>
              <a:cxnLst/>
              <a:rect l="l" t="t" r="r" b="b"/>
              <a:pathLst>
                <a:path w="3086" h="4667" extrusionOk="0">
                  <a:moveTo>
                    <a:pt x="319" y="1"/>
                  </a:moveTo>
                  <a:cubicBezTo>
                    <a:pt x="167" y="1"/>
                    <a:pt x="32" y="109"/>
                    <a:pt x="13" y="263"/>
                  </a:cubicBezTo>
                  <a:cubicBezTo>
                    <a:pt x="1" y="372"/>
                    <a:pt x="13" y="480"/>
                    <a:pt x="61" y="576"/>
                  </a:cubicBezTo>
                  <a:cubicBezTo>
                    <a:pt x="640" y="1963"/>
                    <a:pt x="1423" y="3276"/>
                    <a:pt x="2375" y="4445"/>
                  </a:cubicBezTo>
                  <a:cubicBezTo>
                    <a:pt x="2491" y="4593"/>
                    <a:pt x="2671" y="4666"/>
                    <a:pt x="2852" y="4666"/>
                  </a:cubicBezTo>
                  <a:cubicBezTo>
                    <a:pt x="2878" y="4666"/>
                    <a:pt x="2904" y="4665"/>
                    <a:pt x="2929" y="4662"/>
                  </a:cubicBezTo>
                  <a:cubicBezTo>
                    <a:pt x="3050" y="4493"/>
                    <a:pt x="3085" y="4276"/>
                    <a:pt x="3002" y="4071"/>
                  </a:cubicBezTo>
                  <a:cubicBezTo>
                    <a:pt x="2411" y="2686"/>
                    <a:pt x="1639" y="1372"/>
                    <a:pt x="688" y="203"/>
                  </a:cubicBezTo>
                  <a:cubicBezTo>
                    <a:pt x="616" y="118"/>
                    <a:pt x="531" y="59"/>
                    <a:pt x="434" y="22"/>
                  </a:cubicBezTo>
                  <a:cubicBezTo>
                    <a:pt x="396" y="7"/>
                    <a:pt x="357" y="1"/>
                    <a:pt x="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4"/>
            <p:cNvSpPr/>
            <p:nvPr/>
          </p:nvSpPr>
          <p:spPr>
            <a:xfrm>
              <a:off x="2112142" y="1751091"/>
              <a:ext cx="392342" cy="710157"/>
            </a:xfrm>
            <a:custGeom>
              <a:avLst/>
              <a:gdLst/>
              <a:ahLst/>
              <a:cxnLst/>
              <a:rect l="l" t="t" r="r" b="b"/>
              <a:pathLst>
                <a:path w="3206" h="5803" extrusionOk="0">
                  <a:moveTo>
                    <a:pt x="306" y="0"/>
                  </a:moveTo>
                  <a:cubicBezTo>
                    <a:pt x="201" y="0"/>
                    <a:pt x="96" y="29"/>
                    <a:pt x="0" y="88"/>
                  </a:cubicBezTo>
                  <a:cubicBezTo>
                    <a:pt x="554" y="522"/>
                    <a:pt x="1386" y="1714"/>
                    <a:pt x="2013" y="2884"/>
                  </a:cubicBezTo>
                  <a:cubicBezTo>
                    <a:pt x="2832" y="4414"/>
                    <a:pt x="1133" y="5185"/>
                    <a:pt x="350" y="5281"/>
                  </a:cubicBezTo>
                  <a:cubicBezTo>
                    <a:pt x="434" y="5378"/>
                    <a:pt x="506" y="5487"/>
                    <a:pt x="591" y="5583"/>
                  </a:cubicBezTo>
                  <a:cubicBezTo>
                    <a:pt x="711" y="5725"/>
                    <a:pt x="883" y="5803"/>
                    <a:pt x="1056" y="5803"/>
                  </a:cubicBezTo>
                  <a:cubicBezTo>
                    <a:pt x="1161" y="5803"/>
                    <a:pt x="1267" y="5774"/>
                    <a:pt x="1362" y="5715"/>
                  </a:cubicBezTo>
                  <a:cubicBezTo>
                    <a:pt x="1796" y="5462"/>
                    <a:pt x="2410" y="5088"/>
                    <a:pt x="2844" y="4836"/>
                  </a:cubicBezTo>
                  <a:cubicBezTo>
                    <a:pt x="3097" y="4679"/>
                    <a:pt x="3205" y="4365"/>
                    <a:pt x="3085" y="4089"/>
                  </a:cubicBezTo>
                  <a:cubicBezTo>
                    <a:pt x="2507" y="2702"/>
                    <a:pt x="1724" y="1389"/>
                    <a:pt x="771" y="220"/>
                  </a:cubicBezTo>
                  <a:cubicBezTo>
                    <a:pt x="651" y="78"/>
                    <a:pt x="480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4"/>
            <p:cNvSpPr/>
            <p:nvPr/>
          </p:nvSpPr>
          <p:spPr>
            <a:xfrm>
              <a:off x="1913398" y="1920709"/>
              <a:ext cx="324790" cy="513374"/>
            </a:xfrm>
            <a:custGeom>
              <a:avLst/>
              <a:gdLst/>
              <a:ahLst/>
              <a:cxnLst/>
              <a:rect l="l" t="t" r="r" b="b"/>
              <a:pathLst>
                <a:path w="2654" h="4195" extrusionOk="0">
                  <a:moveTo>
                    <a:pt x="158" y="1"/>
                  </a:moveTo>
                  <a:cubicBezTo>
                    <a:pt x="78" y="1"/>
                    <a:pt x="1" y="70"/>
                    <a:pt x="9" y="160"/>
                  </a:cubicBezTo>
                  <a:lnTo>
                    <a:pt x="46" y="269"/>
                  </a:lnTo>
                  <a:cubicBezTo>
                    <a:pt x="624" y="1642"/>
                    <a:pt x="1396" y="2931"/>
                    <a:pt x="2335" y="4101"/>
                  </a:cubicBezTo>
                  <a:cubicBezTo>
                    <a:pt x="2360" y="4125"/>
                    <a:pt x="2384" y="4149"/>
                    <a:pt x="2408" y="4160"/>
                  </a:cubicBezTo>
                  <a:cubicBezTo>
                    <a:pt x="2438" y="4184"/>
                    <a:pt x="2471" y="4194"/>
                    <a:pt x="2502" y="4194"/>
                  </a:cubicBezTo>
                  <a:cubicBezTo>
                    <a:pt x="2583" y="4194"/>
                    <a:pt x="2654" y="4124"/>
                    <a:pt x="2636" y="4028"/>
                  </a:cubicBezTo>
                  <a:cubicBezTo>
                    <a:pt x="2636" y="3992"/>
                    <a:pt x="2625" y="3968"/>
                    <a:pt x="2612" y="3932"/>
                  </a:cubicBezTo>
                  <a:cubicBezTo>
                    <a:pt x="2034" y="2558"/>
                    <a:pt x="1263" y="1268"/>
                    <a:pt x="311" y="100"/>
                  </a:cubicBezTo>
                  <a:lnTo>
                    <a:pt x="239" y="27"/>
                  </a:lnTo>
                  <a:cubicBezTo>
                    <a:pt x="214" y="9"/>
                    <a:pt x="186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4"/>
            <p:cNvSpPr/>
            <p:nvPr/>
          </p:nvSpPr>
          <p:spPr>
            <a:xfrm>
              <a:off x="1034103" y="2084576"/>
              <a:ext cx="1097359" cy="776240"/>
            </a:xfrm>
            <a:custGeom>
              <a:avLst/>
              <a:gdLst/>
              <a:ahLst/>
              <a:cxnLst/>
              <a:rect l="l" t="t" r="r" b="b"/>
              <a:pathLst>
                <a:path w="8967" h="6343" extrusionOk="0">
                  <a:moveTo>
                    <a:pt x="7980" y="0"/>
                  </a:moveTo>
                  <a:cubicBezTo>
                    <a:pt x="7941" y="0"/>
                    <a:pt x="7903" y="9"/>
                    <a:pt x="7869" y="26"/>
                  </a:cubicBezTo>
                  <a:cubicBezTo>
                    <a:pt x="6484" y="737"/>
                    <a:pt x="5194" y="1460"/>
                    <a:pt x="3917" y="2231"/>
                  </a:cubicBezTo>
                  <a:cubicBezTo>
                    <a:pt x="2639" y="2990"/>
                    <a:pt x="1386" y="3785"/>
                    <a:pt x="121" y="4666"/>
                  </a:cubicBezTo>
                  <a:cubicBezTo>
                    <a:pt x="49" y="4714"/>
                    <a:pt x="1" y="4798"/>
                    <a:pt x="12" y="4894"/>
                  </a:cubicBezTo>
                  <a:cubicBezTo>
                    <a:pt x="25" y="5148"/>
                    <a:pt x="193" y="5424"/>
                    <a:pt x="338" y="5654"/>
                  </a:cubicBezTo>
                  <a:cubicBezTo>
                    <a:pt x="470" y="5871"/>
                    <a:pt x="651" y="6160"/>
                    <a:pt x="856" y="6304"/>
                  </a:cubicBezTo>
                  <a:cubicBezTo>
                    <a:pt x="894" y="6330"/>
                    <a:pt x="940" y="6342"/>
                    <a:pt x="987" y="6342"/>
                  </a:cubicBezTo>
                  <a:cubicBezTo>
                    <a:pt x="1028" y="6342"/>
                    <a:pt x="1070" y="6333"/>
                    <a:pt x="1109" y="6316"/>
                  </a:cubicBezTo>
                  <a:cubicBezTo>
                    <a:pt x="2483" y="5605"/>
                    <a:pt x="3772" y="4894"/>
                    <a:pt x="5049" y="4111"/>
                  </a:cubicBezTo>
                  <a:cubicBezTo>
                    <a:pt x="6339" y="3364"/>
                    <a:pt x="7580" y="2556"/>
                    <a:pt x="8846" y="1677"/>
                  </a:cubicBezTo>
                  <a:cubicBezTo>
                    <a:pt x="8918" y="1629"/>
                    <a:pt x="8966" y="1544"/>
                    <a:pt x="8954" y="1448"/>
                  </a:cubicBezTo>
                  <a:cubicBezTo>
                    <a:pt x="8930" y="1207"/>
                    <a:pt x="8761" y="906"/>
                    <a:pt x="8640" y="689"/>
                  </a:cubicBezTo>
                  <a:cubicBezTo>
                    <a:pt x="8496" y="459"/>
                    <a:pt x="8340" y="170"/>
                    <a:pt x="8110" y="38"/>
                  </a:cubicBezTo>
                  <a:cubicBezTo>
                    <a:pt x="8071" y="12"/>
                    <a:pt x="8025" y="0"/>
                    <a:pt x="79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4"/>
            <p:cNvSpPr/>
            <p:nvPr/>
          </p:nvSpPr>
          <p:spPr>
            <a:xfrm>
              <a:off x="1113772" y="2084576"/>
              <a:ext cx="1017691" cy="776240"/>
            </a:xfrm>
            <a:custGeom>
              <a:avLst/>
              <a:gdLst/>
              <a:ahLst/>
              <a:cxnLst/>
              <a:rect l="l" t="t" r="r" b="b"/>
              <a:pathLst>
                <a:path w="8316" h="6343" extrusionOk="0">
                  <a:moveTo>
                    <a:pt x="7329" y="0"/>
                  </a:moveTo>
                  <a:cubicBezTo>
                    <a:pt x="7290" y="0"/>
                    <a:pt x="7252" y="9"/>
                    <a:pt x="7218" y="26"/>
                  </a:cubicBezTo>
                  <a:cubicBezTo>
                    <a:pt x="7194" y="38"/>
                    <a:pt x="7182" y="50"/>
                    <a:pt x="7158" y="62"/>
                  </a:cubicBezTo>
                  <a:cubicBezTo>
                    <a:pt x="7279" y="194"/>
                    <a:pt x="7387" y="363"/>
                    <a:pt x="7472" y="520"/>
                  </a:cubicBezTo>
                  <a:cubicBezTo>
                    <a:pt x="7604" y="737"/>
                    <a:pt x="7772" y="1038"/>
                    <a:pt x="7797" y="1279"/>
                  </a:cubicBezTo>
                  <a:cubicBezTo>
                    <a:pt x="7809" y="1375"/>
                    <a:pt x="7761" y="1460"/>
                    <a:pt x="7689" y="1508"/>
                  </a:cubicBezTo>
                  <a:cubicBezTo>
                    <a:pt x="6411" y="2388"/>
                    <a:pt x="5170" y="3195"/>
                    <a:pt x="3892" y="3943"/>
                  </a:cubicBezTo>
                  <a:cubicBezTo>
                    <a:pt x="2639" y="4714"/>
                    <a:pt x="1362" y="5424"/>
                    <a:pt x="0" y="6112"/>
                  </a:cubicBezTo>
                  <a:cubicBezTo>
                    <a:pt x="73" y="6184"/>
                    <a:pt x="132" y="6256"/>
                    <a:pt x="205" y="6304"/>
                  </a:cubicBezTo>
                  <a:cubicBezTo>
                    <a:pt x="243" y="6330"/>
                    <a:pt x="289" y="6342"/>
                    <a:pt x="336" y="6342"/>
                  </a:cubicBezTo>
                  <a:cubicBezTo>
                    <a:pt x="377" y="6342"/>
                    <a:pt x="419" y="6333"/>
                    <a:pt x="458" y="6316"/>
                  </a:cubicBezTo>
                  <a:cubicBezTo>
                    <a:pt x="1832" y="5605"/>
                    <a:pt x="3121" y="4894"/>
                    <a:pt x="4398" y="4111"/>
                  </a:cubicBezTo>
                  <a:cubicBezTo>
                    <a:pt x="5688" y="3364"/>
                    <a:pt x="6929" y="2556"/>
                    <a:pt x="8195" y="1677"/>
                  </a:cubicBezTo>
                  <a:cubicBezTo>
                    <a:pt x="8267" y="1629"/>
                    <a:pt x="8315" y="1544"/>
                    <a:pt x="8303" y="1448"/>
                  </a:cubicBezTo>
                  <a:cubicBezTo>
                    <a:pt x="8279" y="1207"/>
                    <a:pt x="8110" y="906"/>
                    <a:pt x="7989" y="689"/>
                  </a:cubicBezTo>
                  <a:cubicBezTo>
                    <a:pt x="7845" y="459"/>
                    <a:pt x="7689" y="170"/>
                    <a:pt x="7459" y="38"/>
                  </a:cubicBezTo>
                  <a:cubicBezTo>
                    <a:pt x="7420" y="12"/>
                    <a:pt x="7374" y="0"/>
                    <a:pt x="7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485;p44">
            <a:extLst>
              <a:ext uri="{FF2B5EF4-FFF2-40B4-BE49-F238E27FC236}">
                <a16:creationId xmlns:a16="http://schemas.microsoft.com/office/drawing/2014/main" id="{A3032FF5-4AD2-83F8-8E4F-8D10717D82E8}"/>
              </a:ext>
            </a:extLst>
          </p:cNvPr>
          <p:cNvSpPr txBox="1">
            <a:spLocks/>
          </p:cNvSpPr>
          <p:nvPr/>
        </p:nvSpPr>
        <p:spPr>
          <a:xfrm>
            <a:off x="6261224" y="2170287"/>
            <a:ext cx="2648255" cy="197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1400"/>
              <a:buFont typeface="Darker Grotesque Medium"/>
              <a:buNone/>
              <a:defRPr sz="24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indent="-317500" algn="ctr"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indent="-3175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r>
              <a:rPr lang="hu-HU" dirty="0"/>
              <a:t>Tartalmazza a személyes adatokat, célkitűzéseket és a testre szabott beállításokat.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>
          <a:extLst>
            <a:ext uri="{FF2B5EF4-FFF2-40B4-BE49-F238E27FC236}">
              <a16:creationId xmlns:a16="http://schemas.microsoft.com/office/drawing/2014/main" id="{95C42141-916E-DD99-81F4-C669E9AD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>
            <a:extLst>
              <a:ext uri="{FF2B5EF4-FFF2-40B4-BE49-F238E27FC236}">
                <a16:creationId xmlns:a16="http://schemas.microsoft.com/office/drawing/2014/main" id="{ECB99974-8164-1FC2-CA0E-3C8CECB6AC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917" y="17756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hu-HU" dirty="0"/>
              <a:t>Felhasználói feltételek/2</a:t>
            </a:r>
            <a:endParaRPr dirty="0"/>
          </a:p>
        </p:txBody>
      </p:sp>
      <p:sp>
        <p:nvSpPr>
          <p:cNvPr id="482" name="Google Shape;482;p44">
            <a:extLst>
              <a:ext uri="{FF2B5EF4-FFF2-40B4-BE49-F238E27FC236}">
                <a16:creationId xmlns:a16="http://schemas.microsoft.com/office/drawing/2014/main" id="{0B1AD383-182A-D3B6-2945-CF578D3FA2D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3628" y="1080193"/>
            <a:ext cx="2982950" cy="11645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hu-HU" sz="2400" dirty="0"/>
              <a:t>Felhasználói felület (UI)</a:t>
            </a:r>
            <a:endParaRPr sz="2400" dirty="0"/>
          </a:p>
        </p:txBody>
      </p:sp>
      <p:sp>
        <p:nvSpPr>
          <p:cNvPr id="485" name="Google Shape;485;p44">
            <a:extLst>
              <a:ext uri="{FF2B5EF4-FFF2-40B4-BE49-F238E27FC236}">
                <a16:creationId xmlns:a16="http://schemas.microsoft.com/office/drawing/2014/main" id="{7A98DD45-6C98-9950-2E11-8C529B96DA0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241102" y="2155800"/>
            <a:ext cx="2835598" cy="2294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hu-HU" sz="2400" dirty="0"/>
              <a:t>A rendszer megkülönböztet alap és prémium felhasználókat – eltérő funkciókkal és hozzáférésekkel.</a:t>
            </a:r>
            <a:endParaRPr sz="2400" dirty="0"/>
          </a:p>
        </p:txBody>
      </p:sp>
      <p:sp>
        <p:nvSpPr>
          <p:cNvPr id="487" name="Google Shape;487;p44">
            <a:extLst>
              <a:ext uri="{FF2B5EF4-FFF2-40B4-BE49-F238E27FC236}">
                <a16:creationId xmlns:a16="http://schemas.microsoft.com/office/drawing/2014/main" id="{19047C16-8DC9-8B01-4E0B-9368A0A93709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0" y="2170286"/>
            <a:ext cx="2835598" cy="229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hu-HU" sz="2400" dirty="0"/>
              <a:t>Egyszerű, átlátható kezelőfelület, amelyen a felhasználó gyorsan eléri a fő funkciókat (edzéstervek, napló, táplálkozás stb.).</a:t>
            </a:r>
            <a:endParaRPr sz="2400" dirty="0"/>
          </a:p>
        </p:txBody>
      </p:sp>
      <p:sp>
        <p:nvSpPr>
          <p:cNvPr id="494" name="Google Shape;494;p44">
            <a:extLst>
              <a:ext uri="{FF2B5EF4-FFF2-40B4-BE49-F238E27FC236}">
                <a16:creationId xmlns:a16="http://schemas.microsoft.com/office/drawing/2014/main" id="{D11DFC6C-4FC4-3BDF-7460-17202DE0D4F5}"/>
              </a:ext>
            </a:extLst>
          </p:cNvPr>
          <p:cNvSpPr txBox="1">
            <a:spLocks noGrp="1"/>
          </p:cNvSpPr>
          <p:nvPr>
            <p:ph type="title" idx="16"/>
          </p:nvPr>
        </p:nvSpPr>
        <p:spPr>
          <a:xfrm>
            <a:off x="3220375" y="1281483"/>
            <a:ext cx="27032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hu-HU" sz="2400" dirty="0"/>
              <a:t>Jogosultsági szintek</a:t>
            </a:r>
            <a:endParaRPr sz="2400" dirty="0"/>
          </a:p>
        </p:txBody>
      </p:sp>
      <p:grpSp>
        <p:nvGrpSpPr>
          <p:cNvPr id="496" name="Google Shape;496;p44">
            <a:extLst>
              <a:ext uri="{FF2B5EF4-FFF2-40B4-BE49-F238E27FC236}">
                <a16:creationId xmlns:a16="http://schemas.microsoft.com/office/drawing/2014/main" id="{96848D55-EA94-F081-59BA-39FBC53140E3}"/>
              </a:ext>
            </a:extLst>
          </p:cNvPr>
          <p:cNvGrpSpPr/>
          <p:nvPr/>
        </p:nvGrpSpPr>
        <p:grpSpPr>
          <a:xfrm>
            <a:off x="7707240" y="145221"/>
            <a:ext cx="1330275" cy="883549"/>
            <a:chOff x="662438" y="1731877"/>
            <a:chExt cx="2038217" cy="1462669"/>
          </a:xfrm>
        </p:grpSpPr>
        <p:sp>
          <p:nvSpPr>
            <p:cNvPr id="497" name="Google Shape;497;p44">
              <a:extLst>
                <a:ext uri="{FF2B5EF4-FFF2-40B4-BE49-F238E27FC236}">
                  <a16:creationId xmlns:a16="http://schemas.microsoft.com/office/drawing/2014/main" id="{8D3DFB16-A677-C52D-74DC-4667190C2B4A}"/>
                </a:ext>
              </a:extLst>
            </p:cNvPr>
            <p:cNvSpPr/>
            <p:nvPr/>
          </p:nvSpPr>
          <p:spPr>
            <a:xfrm>
              <a:off x="857143" y="1731877"/>
              <a:ext cx="613601" cy="711625"/>
            </a:xfrm>
            <a:custGeom>
              <a:avLst/>
              <a:gdLst/>
              <a:ahLst/>
              <a:cxnLst/>
              <a:rect l="l" t="t" r="r" b="b"/>
              <a:pathLst>
                <a:path w="5014" h="5815" extrusionOk="0">
                  <a:moveTo>
                    <a:pt x="2855" y="1"/>
                  </a:moveTo>
                  <a:cubicBezTo>
                    <a:pt x="2680" y="1"/>
                    <a:pt x="2511" y="78"/>
                    <a:pt x="2398" y="221"/>
                  </a:cubicBezTo>
                  <a:cubicBezTo>
                    <a:pt x="1458" y="1402"/>
                    <a:pt x="687" y="2715"/>
                    <a:pt x="109" y="4113"/>
                  </a:cubicBezTo>
                  <a:cubicBezTo>
                    <a:pt x="1" y="4390"/>
                    <a:pt x="97" y="4704"/>
                    <a:pt x="350" y="4848"/>
                  </a:cubicBezTo>
                  <a:cubicBezTo>
                    <a:pt x="796" y="5113"/>
                    <a:pt x="1410" y="5475"/>
                    <a:pt x="1844" y="5727"/>
                  </a:cubicBezTo>
                  <a:cubicBezTo>
                    <a:pt x="1938" y="5786"/>
                    <a:pt x="2043" y="5814"/>
                    <a:pt x="2146" y="5814"/>
                  </a:cubicBezTo>
                  <a:cubicBezTo>
                    <a:pt x="2321" y="5814"/>
                    <a:pt x="2494" y="5734"/>
                    <a:pt x="2615" y="5583"/>
                  </a:cubicBezTo>
                  <a:cubicBezTo>
                    <a:pt x="3555" y="4414"/>
                    <a:pt x="4326" y="3100"/>
                    <a:pt x="4905" y="1703"/>
                  </a:cubicBezTo>
                  <a:cubicBezTo>
                    <a:pt x="5014" y="1426"/>
                    <a:pt x="4917" y="1113"/>
                    <a:pt x="4652" y="968"/>
                  </a:cubicBezTo>
                  <a:cubicBezTo>
                    <a:pt x="4218" y="703"/>
                    <a:pt x="3603" y="341"/>
                    <a:pt x="3169" y="88"/>
                  </a:cubicBezTo>
                  <a:cubicBezTo>
                    <a:pt x="3069" y="29"/>
                    <a:pt x="2961" y="1"/>
                    <a:pt x="2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4">
              <a:extLst>
                <a:ext uri="{FF2B5EF4-FFF2-40B4-BE49-F238E27FC236}">
                  <a16:creationId xmlns:a16="http://schemas.microsoft.com/office/drawing/2014/main" id="{2E5F4803-4661-F91E-E6FE-6D90D9268089}"/>
                </a:ext>
              </a:extLst>
            </p:cNvPr>
            <p:cNvSpPr/>
            <p:nvPr/>
          </p:nvSpPr>
          <p:spPr>
            <a:xfrm>
              <a:off x="857143" y="1848628"/>
              <a:ext cx="613601" cy="594877"/>
            </a:xfrm>
            <a:custGeom>
              <a:avLst/>
              <a:gdLst/>
              <a:ahLst/>
              <a:cxnLst/>
              <a:rect l="l" t="t" r="r" b="b"/>
              <a:pathLst>
                <a:path w="5014" h="4861" extrusionOk="0">
                  <a:moveTo>
                    <a:pt x="4603" y="0"/>
                  </a:moveTo>
                  <a:cubicBezTo>
                    <a:pt x="4420" y="0"/>
                    <a:pt x="3893" y="399"/>
                    <a:pt x="2820" y="2231"/>
                  </a:cubicBezTo>
                  <a:cubicBezTo>
                    <a:pt x="2349" y="3032"/>
                    <a:pt x="1780" y="3324"/>
                    <a:pt x="1283" y="3324"/>
                  </a:cubicBezTo>
                  <a:cubicBezTo>
                    <a:pt x="854" y="3324"/>
                    <a:pt x="478" y="3106"/>
                    <a:pt x="266" y="2810"/>
                  </a:cubicBezTo>
                  <a:cubicBezTo>
                    <a:pt x="205" y="2918"/>
                    <a:pt x="157" y="3038"/>
                    <a:pt x="109" y="3159"/>
                  </a:cubicBezTo>
                  <a:cubicBezTo>
                    <a:pt x="1" y="3436"/>
                    <a:pt x="97" y="3750"/>
                    <a:pt x="350" y="3894"/>
                  </a:cubicBezTo>
                  <a:cubicBezTo>
                    <a:pt x="796" y="4159"/>
                    <a:pt x="1410" y="4521"/>
                    <a:pt x="1844" y="4773"/>
                  </a:cubicBezTo>
                  <a:cubicBezTo>
                    <a:pt x="1938" y="4832"/>
                    <a:pt x="2043" y="4860"/>
                    <a:pt x="2146" y="4860"/>
                  </a:cubicBezTo>
                  <a:cubicBezTo>
                    <a:pt x="2321" y="4860"/>
                    <a:pt x="2494" y="4780"/>
                    <a:pt x="2615" y="4629"/>
                  </a:cubicBezTo>
                  <a:cubicBezTo>
                    <a:pt x="3555" y="3460"/>
                    <a:pt x="4326" y="2146"/>
                    <a:pt x="4905" y="749"/>
                  </a:cubicBezTo>
                  <a:cubicBezTo>
                    <a:pt x="5014" y="472"/>
                    <a:pt x="4917" y="159"/>
                    <a:pt x="4652" y="14"/>
                  </a:cubicBezTo>
                  <a:cubicBezTo>
                    <a:pt x="4640" y="5"/>
                    <a:pt x="4624" y="0"/>
                    <a:pt x="46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4">
              <a:extLst>
                <a:ext uri="{FF2B5EF4-FFF2-40B4-BE49-F238E27FC236}">
                  <a16:creationId xmlns:a16="http://schemas.microsoft.com/office/drawing/2014/main" id="{446104DA-C666-8B86-F2EB-F5FF0CFBBAB7}"/>
                </a:ext>
              </a:extLst>
            </p:cNvPr>
            <p:cNvSpPr/>
            <p:nvPr/>
          </p:nvSpPr>
          <p:spPr>
            <a:xfrm>
              <a:off x="1123318" y="1900027"/>
              <a:ext cx="320507" cy="516066"/>
            </a:xfrm>
            <a:custGeom>
              <a:avLst/>
              <a:gdLst/>
              <a:ahLst/>
              <a:cxnLst/>
              <a:rect l="l" t="t" r="r" b="b"/>
              <a:pathLst>
                <a:path w="2619" h="4217" extrusionOk="0">
                  <a:moveTo>
                    <a:pt x="2471" y="1"/>
                  </a:moveTo>
                  <a:cubicBezTo>
                    <a:pt x="2444" y="1"/>
                    <a:pt x="2417" y="9"/>
                    <a:pt x="2392" y="28"/>
                  </a:cubicBezTo>
                  <a:cubicBezTo>
                    <a:pt x="2357" y="52"/>
                    <a:pt x="2332" y="76"/>
                    <a:pt x="2308" y="112"/>
                  </a:cubicBezTo>
                  <a:cubicBezTo>
                    <a:pt x="1368" y="1281"/>
                    <a:pt x="609" y="2570"/>
                    <a:pt x="43" y="3956"/>
                  </a:cubicBezTo>
                  <a:cubicBezTo>
                    <a:pt x="30" y="3980"/>
                    <a:pt x="19" y="4016"/>
                    <a:pt x="19" y="4040"/>
                  </a:cubicBezTo>
                  <a:cubicBezTo>
                    <a:pt x="1" y="4138"/>
                    <a:pt x="75" y="4217"/>
                    <a:pt x="159" y="4217"/>
                  </a:cubicBezTo>
                  <a:cubicBezTo>
                    <a:pt x="188" y="4217"/>
                    <a:pt x="219" y="4207"/>
                    <a:pt x="247" y="4185"/>
                  </a:cubicBezTo>
                  <a:lnTo>
                    <a:pt x="320" y="4112"/>
                  </a:lnTo>
                  <a:cubicBezTo>
                    <a:pt x="1248" y="2944"/>
                    <a:pt x="2007" y="1654"/>
                    <a:pt x="2585" y="269"/>
                  </a:cubicBezTo>
                  <a:cubicBezTo>
                    <a:pt x="2598" y="232"/>
                    <a:pt x="2609" y="196"/>
                    <a:pt x="2609" y="160"/>
                  </a:cubicBezTo>
                  <a:cubicBezTo>
                    <a:pt x="2618" y="70"/>
                    <a:pt x="2547" y="1"/>
                    <a:pt x="24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4">
              <a:extLst>
                <a:ext uri="{FF2B5EF4-FFF2-40B4-BE49-F238E27FC236}">
                  <a16:creationId xmlns:a16="http://schemas.microsoft.com/office/drawing/2014/main" id="{F2D25DCA-DA56-413D-010D-618599DCC238}"/>
                </a:ext>
              </a:extLst>
            </p:cNvPr>
            <p:cNvSpPr/>
            <p:nvPr/>
          </p:nvSpPr>
          <p:spPr>
            <a:xfrm>
              <a:off x="2085586" y="2457099"/>
              <a:ext cx="615069" cy="710891"/>
            </a:xfrm>
            <a:custGeom>
              <a:avLst/>
              <a:gdLst/>
              <a:ahLst/>
              <a:cxnLst/>
              <a:rect l="l" t="t" r="r" b="b"/>
              <a:pathLst>
                <a:path w="5026" h="5809" extrusionOk="0">
                  <a:moveTo>
                    <a:pt x="2874" y="1"/>
                  </a:moveTo>
                  <a:cubicBezTo>
                    <a:pt x="2698" y="1"/>
                    <a:pt x="2525" y="78"/>
                    <a:pt x="2410" y="224"/>
                  </a:cubicBezTo>
                  <a:cubicBezTo>
                    <a:pt x="1459" y="1405"/>
                    <a:pt x="687" y="2718"/>
                    <a:pt x="121" y="4104"/>
                  </a:cubicBezTo>
                  <a:cubicBezTo>
                    <a:pt x="0" y="4381"/>
                    <a:pt x="109" y="4694"/>
                    <a:pt x="362" y="4851"/>
                  </a:cubicBezTo>
                  <a:cubicBezTo>
                    <a:pt x="795" y="5104"/>
                    <a:pt x="1411" y="5465"/>
                    <a:pt x="1856" y="5730"/>
                  </a:cubicBezTo>
                  <a:cubicBezTo>
                    <a:pt x="1948" y="5783"/>
                    <a:pt x="2051" y="5809"/>
                    <a:pt x="2152" y="5809"/>
                  </a:cubicBezTo>
                  <a:cubicBezTo>
                    <a:pt x="2328" y="5809"/>
                    <a:pt x="2500" y="5731"/>
                    <a:pt x="2616" y="5586"/>
                  </a:cubicBezTo>
                  <a:cubicBezTo>
                    <a:pt x="3567" y="4405"/>
                    <a:pt x="4338" y="3092"/>
                    <a:pt x="4917" y="1694"/>
                  </a:cubicBezTo>
                  <a:cubicBezTo>
                    <a:pt x="5026" y="1429"/>
                    <a:pt x="4917" y="1115"/>
                    <a:pt x="4664" y="958"/>
                  </a:cubicBezTo>
                  <a:cubicBezTo>
                    <a:pt x="4230" y="706"/>
                    <a:pt x="3615" y="344"/>
                    <a:pt x="3170" y="79"/>
                  </a:cubicBezTo>
                  <a:cubicBezTo>
                    <a:pt x="3077" y="26"/>
                    <a:pt x="2975" y="1"/>
                    <a:pt x="28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4">
              <a:extLst>
                <a:ext uri="{FF2B5EF4-FFF2-40B4-BE49-F238E27FC236}">
                  <a16:creationId xmlns:a16="http://schemas.microsoft.com/office/drawing/2014/main" id="{E9D154B4-00B1-3133-8982-FE1C29E8A9C0}"/>
                </a:ext>
              </a:extLst>
            </p:cNvPr>
            <p:cNvSpPr/>
            <p:nvPr/>
          </p:nvSpPr>
          <p:spPr>
            <a:xfrm>
              <a:off x="2089991" y="2459669"/>
              <a:ext cx="373251" cy="572971"/>
            </a:xfrm>
            <a:custGeom>
              <a:avLst/>
              <a:gdLst/>
              <a:ahLst/>
              <a:cxnLst/>
              <a:rect l="l" t="t" r="r" b="b"/>
              <a:pathLst>
                <a:path w="3050" h="4682" extrusionOk="0">
                  <a:moveTo>
                    <a:pt x="2731" y="0"/>
                  </a:moveTo>
                  <a:cubicBezTo>
                    <a:pt x="2693" y="0"/>
                    <a:pt x="2654" y="7"/>
                    <a:pt x="2615" y="21"/>
                  </a:cubicBezTo>
                  <a:cubicBezTo>
                    <a:pt x="2531" y="58"/>
                    <a:pt x="2435" y="118"/>
                    <a:pt x="2374" y="203"/>
                  </a:cubicBezTo>
                  <a:cubicBezTo>
                    <a:pt x="1423" y="1384"/>
                    <a:pt x="651" y="2697"/>
                    <a:pt x="85" y="4083"/>
                  </a:cubicBezTo>
                  <a:cubicBezTo>
                    <a:pt x="1" y="4287"/>
                    <a:pt x="36" y="4517"/>
                    <a:pt x="157" y="4673"/>
                  </a:cubicBezTo>
                  <a:cubicBezTo>
                    <a:pt x="189" y="4679"/>
                    <a:pt x="220" y="4681"/>
                    <a:pt x="252" y="4681"/>
                  </a:cubicBezTo>
                  <a:cubicBezTo>
                    <a:pt x="424" y="4681"/>
                    <a:pt x="589" y="4599"/>
                    <a:pt x="711" y="4456"/>
                  </a:cubicBezTo>
                  <a:cubicBezTo>
                    <a:pt x="1651" y="3275"/>
                    <a:pt x="2422" y="1974"/>
                    <a:pt x="3001" y="576"/>
                  </a:cubicBezTo>
                  <a:cubicBezTo>
                    <a:pt x="3037" y="468"/>
                    <a:pt x="3049" y="371"/>
                    <a:pt x="3037" y="262"/>
                  </a:cubicBezTo>
                  <a:cubicBezTo>
                    <a:pt x="3018" y="108"/>
                    <a:pt x="2883" y="0"/>
                    <a:pt x="2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4">
              <a:extLst>
                <a:ext uri="{FF2B5EF4-FFF2-40B4-BE49-F238E27FC236}">
                  <a16:creationId xmlns:a16="http://schemas.microsoft.com/office/drawing/2014/main" id="{3C741A9F-518C-1359-05C3-B5D67D32A07C}"/>
                </a:ext>
              </a:extLst>
            </p:cNvPr>
            <p:cNvSpPr/>
            <p:nvPr/>
          </p:nvSpPr>
          <p:spPr>
            <a:xfrm>
              <a:off x="2085586" y="2574339"/>
              <a:ext cx="615069" cy="593653"/>
            </a:xfrm>
            <a:custGeom>
              <a:avLst/>
              <a:gdLst/>
              <a:ahLst/>
              <a:cxnLst/>
              <a:rect l="l" t="t" r="r" b="b"/>
              <a:pathLst>
                <a:path w="5026" h="4851" extrusionOk="0">
                  <a:moveTo>
                    <a:pt x="4664" y="0"/>
                  </a:moveTo>
                  <a:cubicBezTo>
                    <a:pt x="4544" y="699"/>
                    <a:pt x="3904" y="2001"/>
                    <a:pt x="3170" y="3109"/>
                  </a:cubicBezTo>
                  <a:cubicBezTo>
                    <a:pt x="2825" y="3627"/>
                    <a:pt x="2414" y="3815"/>
                    <a:pt x="2007" y="3815"/>
                  </a:cubicBezTo>
                  <a:cubicBezTo>
                    <a:pt x="1276" y="3815"/>
                    <a:pt x="559" y="3207"/>
                    <a:pt x="265" y="2796"/>
                  </a:cubicBezTo>
                  <a:cubicBezTo>
                    <a:pt x="217" y="2916"/>
                    <a:pt x="169" y="3037"/>
                    <a:pt x="121" y="3146"/>
                  </a:cubicBezTo>
                  <a:cubicBezTo>
                    <a:pt x="0" y="3423"/>
                    <a:pt x="109" y="3736"/>
                    <a:pt x="362" y="3893"/>
                  </a:cubicBezTo>
                  <a:cubicBezTo>
                    <a:pt x="795" y="4146"/>
                    <a:pt x="1411" y="4507"/>
                    <a:pt x="1856" y="4772"/>
                  </a:cubicBezTo>
                  <a:cubicBezTo>
                    <a:pt x="1948" y="4825"/>
                    <a:pt x="2051" y="4851"/>
                    <a:pt x="2152" y="4851"/>
                  </a:cubicBezTo>
                  <a:cubicBezTo>
                    <a:pt x="2328" y="4851"/>
                    <a:pt x="2500" y="4773"/>
                    <a:pt x="2616" y="4628"/>
                  </a:cubicBezTo>
                  <a:cubicBezTo>
                    <a:pt x="3567" y="3447"/>
                    <a:pt x="4338" y="2134"/>
                    <a:pt x="4917" y="736"/>
                  </a:cubicBezTo>
                  <a:cubicBezTo>
                    <a:pt x="5026" y="471"/>
                    <a:pt x="4917" y="157"/>
                    <a:pt x="4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4">
              <a:extLst>
                <a:ext uri="{FF2B5EF4-FFF2-40B4-BE49-F238E27FC236}">
                  <a16:creationId xmlns:a16="http://schemas.microsoft.com/office/drawing/2014/main" id="{74C38E06-A526-1B4E-5509-0CAA835332F1}"/>
                </a:ext>
              </a:extLst>
            </p:cNvPr>
            <p:cNvSpPr/>
            <p:nvPr/>
          </p:nvSpPr>
          <p:spPr>
            <a:xfrm>
              <a:off x="2112509" y="2484023"/>
              <a:ext cx="320874" cy="514842"/>
            </a:xfrm>
            <a:custGeom>
              <a:avLst/>
              <a:gdLst/>
              <a:ahLst/>
              <a:cxnLst/>
              <a:rect l="l" t="t" r="r" b="b"/>
              <a:pathLst>
                <a:path w="2622" h="4207" extrusionOk="0">
                  <a:moveTo>
                    <a:pt x="2475" y="1"/>
                  </a:moveTo>
                  <a:cubicBezTo>
                    <a:pt x="2448" y="1"/>
                    <a:pt x="2421" y="9"/>
                    <a:pt x="2396" y="28"/>
                  </a:cubicBezTo>
                  <a:cubicBezTo>
                    <a:pt x="2359" y="39"/>
                    <a:pt x="2335" y="76"/>
                    <a:pt x="2311" y="100"/>
                  </a:cubicBezTo>
                  <a:cubicBezTo>
                    <a:pt x="1371" y="1268"/>
                    <a:pt x="612" y="2570"/>
                    <a:pt x="45" y="3944"/>
                  </a:cubicBezTo>
                  <a:cubicBezTo>
                    <a:pt x="34" y="3980"/>
                    <a:pt x="21" y="4004"/>
                    <a:pt x="10" y="4040"/>
                  </a:cubicBezTo>
                  <a:cubicBezTo>
                    <a:pt x="1" y="4136"/>
                    <a:pt x="74" y="4207"/>
                    <a:pt x="156" y="4207"/>
                  </a:cubicBezTo>
                  <a:cubicBezTo>
                    <a:pt x="187" y="4207"/>
                    <a:pt x="220" y="4196"/>
                    <a:pt x="251" y="4173"/>
                  </a:cubicBezTo>
                  <a:cubicBezTo>
                    <a:pt x="275" y="4161"/>
                    <a:pt x="299" y="4137"/>
                    <a:pt x="310" y="4112"/>
                  </a:cubicBezTo>
                  <a:cubicBezTo>
                    <a:pt x="1250" y="2944"/>
                    <a:pt x="2010" y="1643"/>
                    <a:pt x="2588" y="269"/>
                  </a:cubicBezTo>
                  <a:cubicBezTo>
                    <a:pt x="2600" y="232"/>
                    <a:pt x="2612" y="184"/>
                    <a:pt x="2612" y="148"/>
                  </a:cubicBezTo>
                  <a:cubicBezTo>
                    <a:pt x="2621" y="68"/>
                    <a:pt x="2551" y="1"/>
                    <a:pt x="24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4">
              <a:extLst>
                <a:ext uri="{FF2B5EF4-FFF2-40B4-BE49-F238E27FC236}">
                  <a16:creationId xmlns:a16="http://schemas.microsoft.com/office/drawing/2014/main" id="{D1911277-22BE-5A8C-8505-89B81237D150}"/>
                </a:ext>
              </a:extLst>
            </p:cNvPr>
            <p:cNvSpPr/>
            <p:nvPr/>
          </p:nvSpPr>
          <p:spPr>
            <a:xfrm>
              <a:off x="1228809" y="2065362"/>
              <a:ext cx="1098705" cy="769387"/>
            </a:xfrm>
            <a:custGeom>
              <a:avLst/>
              <a:gdLst/>
              <a:ahLst/>
              <a:cxnLst/>
              <a:rect l="l" t="t" r="r" b="b"/>
              <a:pathLst>
                <a:path w="8978" h="6287" extrusionOk="0">
                  <a:moveTo>
                    <a:pt x="975" y="0"/>
                  </a:moveTo>
                  <a:cubicBezTo>
                    <a:pt x="928" y="0"/>
                    <a:pt x="882" y="12"/>
                    <a:pt x="844" y="38"/>
                  </a:cubicBezTo>
                  <a:cubicBezTo>
                    <a:pt x="627" y="171"/>
                    <a:pt x="458" y="460"/>
                    <a:pt x="325" y="689"/>
                  </a:cubicBezTo>
                  <a:cubicBezTo>
                    <a:pt x="193" y="906"/>
                    <a:pt x="24" y="1207"/>
                    <a:pt x="12" y="1448"/>
                  </a:cubicBezTo>
                  <a:cubicBezTo>
                    <a:pt x="0" y="1545"/>
                    <a:pt x="49" y="1629"/>
                    <a:pt x="121" y="1677"/>
                  </a:cubicBezTo>
                  <a:cubicBezTo>
                    <a:pt x="1398" y="2557"/>
                    <a:pt x="2639" y="3340"/>
                    <a:pt x="3940" y="4087"/>
                  </a:cubicBezTo>
                  <a:cubicBezTo>
                    <a:pt x="5206" y="4858"/>
                    <a:pt x="6508" y="5570"/>
                    <a:pt x="7893" y="6256"/>
                  </a:cubicBezTo>
                  <a:cubicBezTo>
                    <a:pt x="7925" y="6277"/>
                    <a:pt x="7961" y="6287"/>
                    <a:pt x="7999" y="6287"/>
                  </a:cubicBezTo>
                  <a:cubicBezTo>
                    <a:pt x="8048" y="6287"/>
                    <a:pt x="8099" y="6271"/>
                    <a:pt x="8146" y="6244"/>
                  </a:cubicBezTo>
                  <a:cubicBezTo>
                    <a:pt x="8351" y="6111"/>
                    <a:pt x="8532" y="5822"/>
                    <a:pt x="8653" y="5605"/>
                  </a:cubicBezTo>
                  <a:cubicBezTo>
                    <a:pt x="8797" y="5364"/>
                    <a:pt x="8966" y="5088"/>
                    <a:pt x="8977" y="4834"/>
                  </a:cubicBezTo>
                  <a:cubicBezTo>
                    <a:pt x="8977" y="4738"/>
                    <a:pt x="8942" y="4654"/>
                    <a:pt x="8869" y="4606"/>
                  </a:cubicBezTo>
                  <a:cubicBezTo>
                    <a:pt x="7592" y="3738"/>
                    <a:pt x="6339" y="2943"/>
                    <a:pt x="5049" y="2196"/>
                  </a:cubicBezTo>
                  <a:cubicBezTo>
                    <a:pt x="3772" y="1436"/>
                    <a:pt x="2470" y="713"/>
                    <a:pt x="1096" y="26"/>
                  </a:cubicBezTo>
                  <a:cubicBezTo>
                    <a:pt x="1057" y="9"/>
                    <a:pt x="1016" y="0"/>
                    <a:pt x="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4">
              <a:extLst>
                <a:ext uri="{FF2B5EF4-FFF2-40B4-BE49-F238E27FC236}">
                  <a16:creationId xmlns:a16="http://schemas.microsoft.com/office/drawing/2014/main" id="{F14346D4-6397-3A6A-02F7-B0438B9000A1}"/>
                </a:ext>
              </a:extLst>
            </p:cNvPr>
            <p:cNvSpPr/>
            <p:nvPr/>
          </p:nvSpPr>
          <p:spPr>
            <a:xfrm>
              <a:off x="1503060" y="2286747"/>
              <a:ext cx="514720" cy="309860"/>
            </a:xfrm>
            <a:custGeom>
              <a:avLst/>
              <a:gdLst/>
              <a:ahLst/>
              <a:cxnLst/>
              <a:rect l="l" t="t" r="r" b="b"/>
              <a:pathLst>
                <a:path w="4206" h="2532" extrusionOk="0">
                  <a:moveTo>
                    <a:pt x="2133" y="1"/>
                  </a:moveTo>
                  <a:cubicBezTo>
                    <a:pt x="1627" y="290"/>
                    <a:pt x="1121" y="579"/>
                    <a:pt x="615" y="893"/>
                  </a:cubicBezTo>
                  <a:lnTo>
                    <a:pt x="1" y="1254"/>
                  </a:lnTo>
                  <a:cubicBezTo>
                    <a:pt x="555" y="1603"/>
                    <a:pt x="1121" y="1953"/>
                    <a:pt x="1699" y="2278"/>
                  </a:cubicBezTo>
                  <a:lnTo>
                    <a:pt x="2133" y="2532"/>
                  </a:lnTo>
                  <a:cubicBezTo>
                    <a:pt x="2832" y="2122"/>
                    <a:pt x="3519" y="1688"/>
                    <a:pt x="4206" y="1230"/>
                  </a:cubicBezTo>
                  <a:cubicBezTo>
                    <a:pt x="3748" y="941"/>
                    <a:pt x="3278" y="663"/>
                    <a:pt x="2808" y="387"/>
                  </a:cubicBezTo>
                  <a:cubicBezTo>
                    <a:pt x="2579" y="253"/>
                    <a:pt x="2363" y="121"/>
                    <a:pt x="21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4">
              <a:extLst>
                <a:ext uri="{FF2B5EF4-FFF2-40B4-BE49-F238E27FC236}">
                  <a16:creationId xmlns:a16="http://schemas.microsoft.com/office/drawing/2014/main" id="{C0CE3ED7-3639-D830-AE9C-0DF15B3E4A9A}"/>
                </a:ext>
              </a:extLst>
            </p:cNvPr>
            <p:cNvSpPr/>
            <p:nvPr/>
          </p:nvSpPr>
          <p:spPr>
            <a:xfrm>
              <a:off x="1228809" y="2210137"/>
              <a:ext cx="1098705" cy="624615"/>
            </a:xfrm>
            <a:custGeom>
              <a:avLst/>
              <a:gdLst/>
              <a:ahLst/>
              <a:cxnLst/>
              <a:rect l="l" t="t" r="r" b="b"/>
              <a:pathLst>
                <a:path w="8978" h="5104" extrusionOk="0">
                  <a:moveTo>
                    <a:pt x="73" y="0"/>
                  </a:moveTo>
                  <a:cubicBezTo>
                    <a:pt x="36" y="97"/>
                    <a:pt x="12" y="181"/>
                    <a:pt x="12" y="265"/>
                  </a:cubicBezTo>
                  <a:cubicBezTo>
                    <a:pt x="0" y="362"/>
                    <a:pt x="49" y="446"/>
                    <a:pt x="121" y="494"/>
                  </a:cubicBezTo>
                  <a:cubicBezTo>
                    <a:pt x="1398" y="1374"/>
                    <a:pt x="2639" y="2157"/>
                    <a:pt x="3940" y="2904"/>
                  </a:cubicBezTo>
                  <a:cubicBezTo>
                    <a:pt x="5206" y="3675"/>
                    <a:pt x="6508" y="4387"/>
                    <a:pt x="7893" y="5073"/>
                  </a:cubicBezTo>
                  <a:cubicBezTo>
                    <a:pt x="7925" y="5094"/>
                    <a:pt x="7961" y="5104"/>
                    <a:pt x="7999" y="5104"/>
                  </a:cubicBezTo>
                  <a:cubicBezTo>
                    <a:pt x="8048" y="5104"/>
                    <a:pt x="8099" y="5088"/>
                    <a:pt x="8146" y="5061"/>
                  </a:cubicBezTo>
                  <a:cubicBezTo>
                    <a:pt x="8351" y="4928"/>
                    <a:pt x="8532" y="4639"/>
                    <a:pt x="8653" y="4422"/>
                  </a:cubicBezTo>
                  <a:cubicBezTo>
                    <a:pt x="8797" y="4181"/>
                    <a:pt x="8966" y="3905"/>
                    <a:pt x="8977" y="3651"/>
                  </a:cubicBezTo>
                  <a:cubicBezTo>
                    <a:pt x="8977" y="3555"/>
                    <a:pt x="8942" y="3471"/>
                    <a:pt x="8869" y="3423"/>
                  </a:cubicBezTo>
                  <a:cubicBezTo>
                    <a:pt x="8845" y="3410"/>
                    <a:pt x="8833" y="3410"/>
                    <a:pt x="8821" y="3399"/>
                  </a:cubicBezTo>
                  <a:cubicBezTo>
                    <a:pt x="8760" y="3567"/>
                    <a:pt x="8653" y="3736"/>
                    <a:pt x="8568" y="3892"/>
                  </a:cubicBezTo>
                  <a:cubicBezTo>
                    <a:pt x="8436" y="4109"/>
                    <a:pt x="8254" y="4398"/>
                    <a:pt x="8050" y="4531"/>
                  </a:cubicBezTo>
                  <a:cubicBezTo>
                    <a:pt x="8005" y="4563"/>
                    <a:pt x="7957" y="4578"/>
                    <a:pt x="7911" y="4578"/>
                  </a:cubicBezTo>
                  <a:cubicBezTo>
                    <a:pt x="7870" y="4578"/>
                    <a:pt x="7831" y="4566"/>
                    <a:pt x="7796" y="4543"/>
                  </a:cubicBezTo>
                  <a:cubicBezTo>
                    <a:pt x="6411" y="3856"/>
                    <a:pt x="5121" y="3145"/>
                    <a:pt x="3844" y="2374"/>
                  </a:cubicBezTo>
                  <a:cubicBezTo>
                    <a:pt x="2567" y="1639"/>
                    <a:pt x="1337" y="868"/>
                    <a:pt x="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4">
              <a:extLst>
                <a:ext uri="{FF2B5EF4-FFF2-40B4-BE49-F238E27FC236}">
                  <a16:creationId xmlns:a16="http://schemas.microsoft.com/office/drawing/2014/main" id="{A24B3331-C4AF-FF70-194C-1BF0C50710EE}"/>
                </a:ext>
              </a:extLst>
            </p:cNvPr>
            <p:cNvSpPr/>
            <p:nvPr/>
          </p:nvSpPr>
          <p:spPr>
            <a:xfrm>
              <a:off x="662438" y="2484023"/>
              <a:ext cx="616660" cy="710524"/>
            </a:xfrm>
            <a:custGeom>
              <a:avLst/>
              <a:gdLst/>
              <a:ahLst/>
              <a:cxnLst/>
              <a:rect l="l" t="t" r="r" b="b"/>
              <a:pathLst>
                <a:path w="5039" h="5806" extrusionOk="0">
                  <a:moveTo>
                    <a:pt x="2150" y="1"/>
                  </a:moveTo>
                  <a:cubicBezTo>
                    <a:pt x="2045" y="1"/>
                    <a:pt x="1940" y="29"/>
                    <a:pt x="1844" y="88"/>
                  </a:cubicBezTo>
                  <a:cubicBezTo>
                    <a:pt x="1399" y="341"/>
                    <a:pt x="796" y="714"/>
                    <a:pt x="350" y="979"/>
                  </a:cubicBezTo>
                  <a:cubicBezTo>
                    <a:pt x="97" y="1124"/>
                    <a:pt x="1" y="1437"/>
                    <a:pt x="109" y="1715"/>
                  </a:cubicBezTo>
                  <a:cubicBezTo>
                    <a:pt x="700" y="3113"/>
                    <a:pt x="1483" y="4414"/>
                    <a:pt x="2435" y="5583"/>
                  </a:cubicBezTo>
                  <a:cubicBezTo>
                    <a:pt x="2550" y="5728"/>
                    <a:pt x="2723" y="5806"/>
                    <a:pt x="2899" y="5806"/>
                  </a:cubicBezTo>
                  <a:cubicBezTo>
                    <a:pt x="3000" y="5806"/>
                    <a:pt x="3102" y="5780"/>
                    <a:pt x="3194" y="5727"/>
                  </a:cubicBezTo>
                  <a:cubicBezTo>
                    <a:pt x="3640" y="5462"/>
                    <a:pt x="4243" y="5089"/>
                    <a:pt x="4688" y="4835"/>
                  </a:cubicBezTo>
                  <a:cubicBezTo>
                    <a:pt x="4942" y="4679"/>
                    <a:pt x="5038" y="4366"/>
                    <a:pt x="4929" y="4088"/>
                  </a:cubicBezTo>
                  <a:cubicBezTo>
                    <a:pt x="4339" y="2703"/>
                    <a:pt x="3555" y="1389"/>
                    <a:pt x="2604" y="221"/>
                  </a:cubicBezTo>
                  <a:cubicBezTo>
                    <a:pt x="2491" y="78"/>
                    <a:pt x="2322" y="1"/>
                    <a:pt x="21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4">
              <a:extLst>
                <a:ext uri="{FF2B5EF4-FFF2-40B4-BE49-F238E27FC236}">
                  <a16:creationId xmlns:a16="http://schemas.microsoft.com/office/drawing/2014/main" id="{B84A5320-7347-04F8-A949-59145BF49F46}"/>
                </a:ext>
              </a:extLst>
            </p:cNvPr>
            <p:cNvSpPr/>
            <p:nvPr/>
          </p:nvSpPr>
          <p:spPr>
            <a:xfrm>
              <a:off x="870360" y="2484023"/>
              <a:ext cx="408741" cy="710524"/>
            </a:xfrm>
            <a:custGeom>
              <a:avLst/>
              <a:gdLst/>
              <a:ahLst/>
              <a:cxnLst/>
              <a:rect l="l" t="t" r="r" b="b"/>
              <a:pathLst>
                <a:path w="3340" h="5806" extrusionOk="0">
                  <a:moveTo>
                    <a:pt x="451" y="1"/>
                  </a:moveTo>
                  <a:cubicBezTo>
                    <a:pt x="346" y="1"/>
                    <a:pt x="241" y="29"/>
                    <a:pt x="145" y="88"/>
                  </a:cubicBezTo>
                  <a:cubicBezTo>
                    <a:pt x="13" y="160"/>
                    <a:pt x="1" y="738"/>
                    <a:pt x="1206" y="2763"/>
                  </a:cubicBezTo>
                  <a:cubicBezTo>
                    <a:pt x="2110" y="4245"/>
                    <a:pt x="1278" y="5185"/>
                    <a:pt x="495" y="5282"/>
                  </a:cubicBezTo>
                  <a:cubicBezTo>
                    <a:pt x="579" y="5378"/>
                    <a:pt x="651" y="5486"/>
                    <a:pt x="736" y="5583"/>
                  </a:cubicBezTo>
                  <a:cubicBezTo>
                    <a:pt x="851" y="5728"/>
                    <a:pt x="1024" y="5806"/>
                    <a:pt x="1200" y="5806"/>
                  </a:cubicBezTo>
                  <a:cubicBezTo>
                    <a:pt x="1301" y="5806"/>
                    <a:pt x="1403" y="5780"/>
                    <a:pt x="1495" y="5727"/>
                  </a:cubicBezTo>
                  <a:cubicBezTo>
                    <a:pt x="1941" y="5462"/>
                    <a:pt x="2544" y="5089"/>
                    <a:pt x="2989" y="4835"/>
                  </a:cubicBezTo>
                  <a:cubicBezTo>
                    <a:pt x="3243" y="4679"/>
                    <a:pt x="3339" y="4366"/>
                    <a:pt x="3230" y="4088"/>
                  </a:cubicBezTo>
                  <a:cubicBezTo>
                    <a:pt x="2640" y="2703"/>
                    <a:pt x="1856" y="1389"/>
                    <a:pt x="905" y="221"/>
                  </a:cubicBezTo>
                  <a:cubicBezTo>
                    <a:pt x="792" y="78"/>
                    <a:pt x="623" y="1"/>
                    <a:pt x="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4">
              <a:extLst>
                <a:ext uri="{FF2B5EF4-FFF2-40B4-BE49-F238E27FC236}">
                  <a16:creationId xmlns:a16="http://schemas.microsoft.com/office/drawing/2014/main" id="{35B828AF-D33E-F003-A106-ECE7AC648B82}"/>
                </a:ext>
              </a:extLst>
            </p:cNvPr>
            <p:cNvSpPr/>
            <p:nvPr/>
          </p:nvSpPr>
          <p:spPr>
            <a:xfrm>
              <a:off x="928245" y="2510579"/>
              <a:ext cx="324790" cy="513374"/>
            </a:xfrm>
            <a:custGeom>
              <a:avLst/>
              <a:gdLst/>
              <a:ahLst/>
              <a:cxnLst/>
              <a:rect l="l" t="t" r="r" b="b"/>
              <a:pathLst>
                <a:path w="2654" h="4195" extrusionOk="0">
                  <a:moveTo>
                    <a:pt x="148" y="1"/>
                  </a:moveTo>
                  <a:cubicBezTo>
                    <a:pt x="72" y="1"/>
                    <a:pt x="1" y="70"/>
                    <a:pt x="10" y="160"/>
                  </a:cubicBezTo>
                  <a:cubicBezTo>
                    <a:pt x="10" y="196"/>
                    <a:pt x="22" y="232"/>
                    <a:pt x="46" y="269"/>
                  </a:cubicBezTo>
                  <a:cubicBezTo>
                    <a:pt x="625" y="1642"/>
                    <a:pt x="1396" y="2931"/>
                    <a:pt x="2336" y="4101"/>
                  </a:cubicBezTo>
                  <a:cubicBezTo>
                    <a:pt x="2360" y="4125"/>
                    <a:pt x="2371" y="4149"/>
                    <a:pt x="2396" y="4161"/>
                  </a:cubicBezTo>
                  <a:cubicBezTo>
                    <a:pt x="2426" y="4184"/>
                    <a:pt x="2460" y="4195"/>
                    <a:pt x="2492" y="4195"/>
                  </a:cubicBezTo>
                  <a:cubicBezTo>
                    <a:pt x="2577" y="4195"/>
                    <a:pt x="2654" y="4124"/>
                    <a:pt x="2637" y="4028"/>
                  </a:cubicBezTo>
                  <a:cubicBezTo>
                    <a:pt x="2625" y="3992"/>
                    <a:pt x="2625" y="3968"/>
                    <a:pt x="2612" y="3932"/>
                  </a:cubicBezTo>
                  <a:cubicBezTo>
                    <a:pt x="2034" y="2558"/>
                    <a:pt x="1251" y="1268"/>
                    <a:pt x="311" y="100"/>
                  </a:cubicBezTo>
                  <a:cubicBezTo>
                    <a:pt x="287" y="76"/>
                    <a:pt x="263" y="52"/>
                    <a:pt x="226" y="28"/>
                  </a:cubicBezTo>
                  <a:cubicBezTo>
                    <a:pt x="202" y="9"/>
                    <a:pt x="175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4">
              <a:extLst>
                <a:ext uri="{FF2B5EF4-FFF2-40B4-BE49-F238E27FC236}">
                  <a16:creationId xmlns:a16="http://schemas.microsoft.com/office/drawing/2014/main" id="{75552149-1A70-D7BB-EF30-A5528457AA69}"/>
                </a:ext>
              </a:extLst>
            </p:cNvPr>
            <p:cNvSpPr/>
            <p:nvPr/>
          </p:nvSpPr>
          <p:spPr>
            <a:xfrm>
              <a:off x="1886475" y="1751091"/>
              <a:ext cx="618006" cy="710157"/>
            </a:xfrm>
            <a:custGeom>
              <a:avLst/>
              <a:gdLst/>
              <a:ahLst/>
              <a:cxnLst/>
              <a:rect l="l" t="t" r="r" b="b"/>
              <a:pathLst>
                <a:path w="5050" h="5803" extrusionOk="0">
                  <a:moveTo>
                    <a:pt x="2150" y="0"/>
                  </a:moveTo>
                  <a:cubicBezTo>
                    <a:pt x="2045" y="0"/>
                    <a:pt x="1940" y="29"/>
                    <a:pt x="1844" y="88"/>
                  </a:cubicBezTo>
                  <a:cubicBezTo>
                    <a:pt x="1410" y="341"/>
                    <a:pt x="796" y="715"/>
                    <a:pt x="362" y="967"/>
                  </a:cubicBezTo>
                  <a:cubicBezTo>
                    <a:pt x="109" y="1124"/>
                    <a:pt x="1" y="1438"/>
                    <a:pt x="121" y="1714"/>
                  </a:cubicBezTo>
                  <a:cubicBezTo>
                    <a:pt x="700" y="3101"/>
                    <a:pt x="1483" y="4414"/>
                    <a:pt x="2435" y="5583"/>
                  </a:cubicBezTo>
                  <a:cubicBezTo>
                    <a:pt x="2555" y="5725"/>
                    <a:pt x="2727" y="5803"/>
                    <a:pt x="2900" y="5803"/>
                  </a:cubicBezTo>
                  <a:cubicBezTo>
                    <a:pt x="3005" y="5803"/>
                    <a:pt x="3111" y="5774"/>
                    <a:pt x="3206" y="5715"/>
                  </a:cubicBezTo>
                  <a:cubicBezTo>
                    <a:pt x="3640" y="5462"/>
                    <a:pt x="4254" y="5088"/>
                    <a:pt x="4688" y="4836"/>
                  </a:cubicBezTo>
                  <a:cubicBezTo>
                    <a:pt x="4941" y="4679"/>
                    <a:pt x="5049" y="4365"/>
                    <a:pt x="4929" y="4089"/>
                  </a:cubicBezTo>
                  <a:cubicBezTo>
                    <a:pt x="4351" y="2702"/>
                    <a:pt x="3568" y="1389"/>
                    <a:pt x="2615" y="220"/>
                  </a:cubicBezTo>
                  <a:cubicBezTo>
                    <a:pt x="2495" y="78"/>
                    <a:pt x="2324" y="0"/>
                    <a:pt x="21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4">
              <a:extLst>
                <a:ext uri="{FF2B5EF4-FFF2-40B4-BE49-F238E27FC236}">
                  <a16:creationId xmlns:a16="http://schemas.microsoft.com/office/drawing/2014/main" id="{1931EE2C-6184-84A5-8982-F5E0ABD3F362}"/>
                </a:ext>
              </a:extLst>
            </p:cNvPr>
            <p:cNvSpPr/>
            <p:nvPr/>
          </p:nvSpPr>
          <p:spPr>
            <a:xfrm>
              <a:off x="1893817" y="1890359"/>
              <a:ext cx="377657" cy="571136"/>
            </a:xfrm>
            <a:custGeom>
              <a:avLst/>
              <a:gdLst/>
              <a:ahLst/>
              <a:cxnLst/>
              <a:rect l="l" t="t" r="r" b="b"/>
              <a:pathLst>
                <a:path w="3086" h="4667" extrusionOk="0">
                  <a:moveTo>
                    <a:pt x="319" y="1"/>
                  </a:moveTo>
                  <a:cubicBezTo>
                    <a:pt x="167" y="1"/>
                    <a:pt x="32" y="109"/>
                    <a:pt x="13" y="263"/>
                  </a:cubicBezTo>
                  <a:cubicBezTo>
                    <a:pt x="1" y="372"/>
                    <a:pt x="13" y="480"/>
                    <a:pt x="61" y="576"/>
                  </a:cubicBezTo>
                  <a:cubicBezTo>
                    <a:pt x="640" y="1963"/>
                    <a:pt x="1423" y="3276"/>
                    <a:pt x="2375" y="4445"/>
                  </a:cubicBezTo>
                  <a:cubicBezTo>
                    <a:pt x="2491" y="4593"/>
                    <a:pt x="2671" y="4666"/>
                    <a:pt x="2852" y="4666"/>
                  </a:cubicBezTo>
                  <a:cubicBezTo>
                    <a:pt x="2878" y="4666"/>
                    <a:pt x="2904" y="4665"/>
                    <a:pt x="2929" y="4662"/>
                  </a:cubicBezTo>
                  <a:cubicBezTo>
                    <a:pt x="3050" y="4493"/>
                    <a:pt x="3085" y="4276"/>
                    <a:pt x="3002" y="4071"/>
                  </a:cubicBezTo>
                  <a:cubicBezTo>
                    <a:pt x="2411" y="2686"/>
                    <a:pt x="1639" y="1372"/>
                    <a:pt x="688" y="203"/>
                  </a:cubicBezTo>
                  <a:cubicBezTo>
                    <a:pt x="616" y="118"/>
                    <a:pt x="531" y="59"/>
                    <a:pt x="434" y="22"/>
                  </a:cubicBezTo>
                  <a:cubicBezTo>
                    <a:pt x="396" y="7"/>
                    <a:pt x="357" y="1"/>
                    <a:pt x="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4">
              <a:extLst>
                <a:ext uri="{FF2B5EF4-FFF2-40B4-BE49-F238E27FC236}">
                  <a16:creationId xmlns:a16="http://schemas.microsoft.com/office/drawing/2014/main" id="{F2807059-3963-AA43-EA7C-68F8BACF75AE}"/>
                </a:ext>
              </a:extLst>
            </p:cNvPr>
            <p:cNvSpPr/>
            <p:nvPr/>
          </p:nvSpPr>
          <p:spPr>
            <a:xfrm>
              <a:off x="2112142" y="1751091"/>
              <a:ext cx="392342" cy="710157"/>
            </a:xfrm>
            <a:custGeom>
              <a:avLst/>
              <a:gdLst/>
              <a:ahLst/>
              <a:cxnLst/>
              <a:rect l="l" t="t" r="r" b="b"/>
              <a:pathLst>
                <a:path w="3206" h="5803" extrusionOk="0">
                  <a:moveTo>
                    <a:pt x="306" y="0"/>
                  </a:moveTo>
                  <a:cubicBezTo>
                    <a:pt x="201" y="0"/>
                    <a:pt x="96" y="29"/>
                    <a:pt x="0" y="88"/>
                  </a:cubicBezTo>
                  <a:cubicBezTo>
                    <a:pt x="554" y="522"/>
                    <a:pt x="1386" y="1714"/>
                    <a:pt x="2013" y="2884"/>
                  </a:cubicBezTo>
                  <a:cubicBezTo>
                    <a:pt x="2832" y="4414"/>
                    <a:pt x="1133" y="5185"/>
                    <a:pt x="350" y="5281"/>
                  </a:cubicBezTo>
                  <a:cubicBezTo>
                    <a:pt x="434" y="5378"/>
                    <a:pt x="506" y="5487"/>
                    <a:pt x="591" y="5583"/>
                  </a:cubicBezTo>
                  <a:cubicBezTo>
                    <a:pt x="711" y="5725"/>
                    <a:pt x="883" y="5803"/>
                    <a:pt x="1056" y="5803"/>
                  </a:cubicBezTo>
                  <a:cubicBezTo>
                    <a:pt x="1161" y="5803"/>
                    <a:pt x="1267" y="5774"/>
                    <a:pt x="1362" y="5715"/>
                  </a:cubicBezTo>
                  <a:cubicBezTo>
                    <a:pt x="1796" y="5462"/>
                    <a:pt x="2410" y="5088"/>
                    <a:pt x="2844" y="4836"/>
                  </a:cubicBezTo>
                  <a:cubicBezTo>
                    <a:pt x="3097" y="4679"/>
                    <a:pt x="3205" y="4365"/>
                    <a:pt x="3085" y="4089"/>
                  </a:cubicBezTo>
                  <a:cubicBezTo>
                    <a:pt x="2507" y="2702"/>
                    <a:pt x="1724" y="1389"/>
                    <a:pt x="771" y="220"/>
                  </a:cubicBezTo>
                  <a:cubicBezTo>
                    <a:pt x="651" y="78"/>
                    <a:pt x="480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4">
              <a:extLst>
                <a:ext uri="{FF2B5EF4-FFF2-40B4-BE49-F238E27FC236}">
                  <a16:creationId xmlns:a16="http://schemas.microsoft.com/office/drawing/2014/main" id="{A4DCB965-9B47-C511-EA63-C3DFF397567D}"/>
                </a:ext>
              </a:extLst>
            </p:cNvPr>
            <p:cNvSpPr/>
            <p:nvPr/>
          </p:nvSpPr>
          <p:spPr>
            <a:xfrm>
              <a:off x="1913398" y="1920709"/>
              <a:ext cx="324790" cy="513374"/>
            </a:xfrm>
            <a:custGeom>
              <a:avLst/>
              <a:gdLst/>
              <a:ahLst/>
              <a:cxnLst/>
              <a:rect l="l" t="t" r="r" b="b"/>
              <a:pathLst>
                <a:path w="2654" h="4195" extrusionOk="0">
                  <a:moveTo>
                    <a:pt x="158" y="1"/>
                  </a:moveTo>
                  <a:cubicBezTo>
                    <a:pt x="78" y="1"/>
                    <a:pt x="1" y="70"/>
                    <a:pt x="9" y="160"/>
                  </a:cubicBezTo>
                  <a:lnTo>
                    <a:pt x="46" y="269"/>
                  </a:lnTo>
                  <a:cubicBezTo>
                    <a:pt x="624" y="1642"/>
                    <a:pt x="1396" y="2931"/>
                    <a:pt x="2335" y="4101"/>
                  </a:cubicBezTo>
                  <a:cubicBezTo>
                    <a:pt x="2360" y="4125"/>
                    <a:pt x="2384" y="4149"/>
                    <a:pt x="2408" y="4160"/>
                  </a:cubicBezTo>
                  <a:cubicBezTo>
                    <a:pt x="2438" y="4184"/>
                    <a:pt x="2471" y="4194"/>
                    <a:pt x="2502" y="4194"/>
                  </a:cubicBezTo>
                  <a:cubicBezTo>
                    <a:pt x="2583" y="4194"/>
                    <a:pt x="2654" y="4124"/>
                    <a:pt x="2636" y="4028"/>
                  </a:cubicBezTo>
                  <a:cubicBezTo>
                    <a:pt x="2636" y="3992"/>
                    <a:pt x="2625" y="3968"/>
                    <a:pt x="2612" y="3932"/>
                  </a:cubicBezTo>
                  <a:cubicBezTo>
                    <a:pt x="2034" y="2558"/>
                    <a:pt x="1263" y="1268"/>
                    <a:pt x="311" y="100"/>
                  </a:cubicBezTo>
                  <a:lnTo>
                    <a:pt x="239" y="27"/>
                  </a:lnTo>
                  <a:cubicBezTo>
                    <a:pt x="214" y="9"/>
                    <a:pt x="186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4">
              <a:extLst>
                <a:ext uri="{FF2B5EF4-FFF2-40B4-BE49-F238E27FC236}">
                  <a16:creationId xmlns:a16="http://schemas.microsoft.com/office/drawing/2014/main" id="{74A96DE0-A072-8821-68DA-0F39359BC8FE}"/>
                </a:ext>
              </a:extLst>
            </p:cNvPr>
            <p:cNvSpPr/>
            <p:nvPr/>
          </p:nvSpPr>
          <p:spPr>
            <a:xfrm>
              <a:off x="1034103" y="2084576"/>
              <a:ext cx="1097359" cy="776240"/>
            </a:xfrm>
            <a:custGeom>
              <a:avLst/>
              <a:gdLst/>
              <a:ahLst/>
              <a:cxnLst/>
              <a:rect l="l" t="t" r="r" b="b"/>
              <a:pathLst>
                <a:path w="8967" h="6343" extrusionOk="0">
                  <a:moveTo>
                    <a:pt x="7980" y="0"/>
                  </a:moveTo>
                  <a:cubicBezTo>
                    <a:pt x="7941" y="0"/>
                    <a:pt x="7903" y="9"/>
                    <a:pt x="7869" y="26"/>
                  </a:cubicBezTo>
                  <a:cubicBezTo>
                    <a:pt x="6484" y="737"/>
                    <a:pt x="5194" y="1460"/>
                    <a:pt x="3917" y="2231"/>
                  </a:cubicBezTo>
                  <a:cubicBezTo>
                    <a:pt x="2639" y="2990"/>
                    <a:pt x="1386" y="3785"/>
                    <a:pt x="121" y="4666"/>
                  </a:cubicBezTo>
                  <a:cubicBezTo>
                    <a:pt x="49" y="4714"/>
                    <a:pt x="1" y="4798"/>
                    <a:pt x="12" y="4894"/>
                  </a:cubicBezTo>
                  <a:cubicBezTo>
                    <a:pt x="25" y="5148"/>
                    <a:pt x="193" y="5424"/>
                    <a:pt x="338" y="5654"/>
                  </a:cubicBezTo>
                  <a:cubicBezTo>
                    <a:pt x="470" y="5871"/>
                    <a:pt x="651" y="6160"/>
                    <a:pt x="856" y="6304"/>
                  </a:cubicBezTo>
                  <a:cubicBezTo>
                    <a:pt x="894" y="6330"/>
                    <a:pt x="940" y="6342"/>
                    <a:pt x="987" y="6342"/>
                  </a:cubicBezTo>
                  <a:cubicBezTo>
                    <a:pt x="1028" y="6342"/>
                    <a:pt x="1070" y="6333"/>
                    <a:pt x="1109" y="6316"/>
                  </a:cubicBezTo>
                  <a:cubicBezTo>
                    <a:pt x="2483" y="5605"/>
                    <a:pt x="3772" y="4894"/>
                    <a:pt x="5049" y="4111"/>
                  </a:cubicBezTo>
                  <a:cubicBezTo>
                    <a:pt x="6339" y="3364"/>
                    <a:pt x="7580" y="2556"/>
                    <a:pt x="8846" y="1677"/>
                  </a:cubicBezTo>
                  <a:cubicBezTo>
                    <a:pt x="8918" y="1629"/>
                    <a:pt x="8966" y="1544"/>
                    <a:pt x="8954" y="1448"/>
                  </a:cubicBezTo>
                  <a:cubicBezTo>
                    <a:pt x="8930" y="1207"/>
                    <a:pt x="8761" y="906"/>
                    <a:pt x="8640" y="689"/>
                  </a:cubicBezTo>
                  <a:cubicBezTo>
                    <a:pt x="8496" y="459"/>
                    <a:pt x="8340" y="170"/>
                    <a:pt x="8110" y="38"/>
                  </a:cubicBezTo>
                  <a:cubicBezTo>
                    <a:pt x="8071" y="12"/>
                    <a:pt x="8025" y="0"/>
                    <a:pt x="79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4">
              <a:extLst>
                <a:ext uri="{FF2B5EF4-FFF2-40B4-BE49-F238E27FC236}">
                  <a16:creationId xmlns:a16="http://schemas.microsoft.com/office/drawing/2014/main" id="{C7181FA1-EC66-32D2-B70F-96F610333099}"/>
                </a:ext>
              </a:extLst>
            </p:cNvPr>
            <p:cNvSpPr/>
            <p:nvPr/>
          </p:nvSpPr>
          <p:spPr>
            <a:xfrm>
              <a:off x="1113772" y="2084576"/>
              <a:ext cx="1017691" cy="776240"/>
            </a:xfrm>
            <a:custGeom>
              <a:avLst/>
              <a:gdLst/>
              <a:ahLst/>
              <a:cxnLst/>
              <a:rect l="l" t="t" r="r" b="b"/>
              <a:pathLst>
                <a:path w="8316" h="6343" extrusionOk="0">
                  <a:moveTo>
                    <a:pt x="7329" y="0"/>
                  </a:moveTo>
                  <a:cubicBezTo>
                    <a:pt x="7290" y="0"/>
                    <a:pt x="7252" y="9"/>
                    <a:pt x="7218" y="26"/>
                  </a:cubicBezTo>
                  <a:cubicBezTo>
                    <a:pt x="7194" y="38"/>
                    <a:pt x="7182" y="50"/>
                    <a:pt x="7158" y="62"/>
                  </a:cubicBezTo>
                  <a:cubicBezTo>
                    <a:pt x="7279" y="194"/>
                    <a:pt x="7387" y="363"/>
                    <a:pt x="7472" y="520"/>
                  </a:cubicBezTo>
                  <a:cubicBezTo>
                    <a:pt x="7604" y="737"/>
                    <a:pt x="7772" y="1038"/>
                    <a:pt x="7797" y="1279"/>
                  </a:cubicBezTo>
                  <a:cubicBezTo>
                    <a:pt x="7809" y="1375"/>
                    <a:pt x="7761" y="1460"/>
                    <a:pt x="7689" y="1508"/>
                  </a:cubicBezTo>
                  <a:cubicBezTo>
                    <a:pt x="6411" y="2388"/>
                    <a:pt x="5170" y="3195"/>
                    <a:pt x="3892" y="3943"/>
                  </a:cubicBezTo>
                  <a:cubicBezTo>
                    <a:pt x="2639" y="4714"/>
                    <a:pt x="1362" y="5424"/>
                    <a:pt x="0" y="6112"/>
                  </a:cubicBezTo>
                  <a:cubicBezTo>
                    <a:pt x="73" y="6184"/>
                    <a:pt x="132" y="6256"/>
                    <a:pt x="205" y="6304"/>
                  </a:cubicBezTo>
                  <a:cubicBezTo>
                    <a:pt x="243" y="6330"/>
                    <a:pt x="289" y="6342"/>
                    <a:pt x="336" y="6342"/>
                  </a:cubicBezTo>
                  <a:cubicBezTo>
                    <a:pt x="377" y="6342"/>
                    <a:pt x="419" y="6333"/>
                    <a:pt x="458" y="6316"/>
                  </a:cubicBezTo>
                  <a:cubicBezTo>
                    <a:pt x="1832" y="5605"/>
                    <a:pt x="3121" y="4894"/>
                    <a:pt x="4398" y="4111"/>
                  </a:cubicBezTo>
                  <a:cubicBezTo>
                    <a:pt x="5688" y="3364"/>
                    <a:pt x="6929" y="2556"/>
                    <a:pt x="8195" y="1677"/>
                  </a:cubicBezTo>
                  <a:cubicBezTo>
                    <a:pt x="8267" y="1629"/>
                    <a:pt x="8315" y="1544"/>
                    <a:pt x="8303" y="1448"/>
                  </a:cubicBezTo>
                  <a:cubicBezTo>
                    <a:pt x="8279" y="1207"/>
                    <a:pt x="8110" y="906"/>
                    <a:pt x="7989" y="689"/>
                  </a:cubicBezTo>
                  <a:cubicBezTo>
                    <a:pt x="7845" y="459"/>
                    <a:pt x="7689" y="170"/>
                    <a:pt x="7459" y="38"/>
                  </a:cubicBezTo>
                  <a:cubicBezTo>
                    <a:pt x="7420" y="12"/>
                    <a:pt x="7374" y="0"/>
                    <a:pt x="7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485;p44">
            <a:extLst>
              <a:ext uri="{FF2B5EF4-FFF2-40B4-BE49-F238E27FC236}">
                <a16:creationId xmlns:a16="http://schemas.microsoft.com/office/drawing/2014/main" id="{FCE887F8-1DED-94E0-5AEC-EBF74281AF32}"/>
              </a:ext>
            </a:extLst>
          </p:cNvPr>
          <p:cNvSpPr txBox="1">
            <a:spLocks/>
          </p:cNvSpPr>
          <p:nvPr/>
        </p:nvSpPr>
        <p:spPr>
          <a:xfrm>
            <a:off x="6308404" y="2244774"/>
            <a:ext cx="2601075" cy="241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1400"/>
              <a:buFont typeface="Darker Grotesque Medium"/>
              <a:buNone/>
              <a:defRPr sz="24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indent="-317500" algn="ctr"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indent="-317500" algn="ctr">
              <a:spcBef>
                <a:spcPts val="1600"/>
              </a:spcBef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indent="-3175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arker Grotesque Medium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r>
              <a:rPr lang="hu-HU" dirty="0"/>
              <a:t>A felhasználó adatai biztonságosan tárolódnak, jelszavak titkosítva vannak, megfelelve az alapvető adatvédelmi elvárásoknak.</a:t>
            </a:r>
            <a:endParaRPr lang="en-US" dirty="0"/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D3C9AE65-0C6E-1E63-AB6E-E08FA1DB626F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6087423" y="1315849"/>
            <a:ext cx="2822056" cy="727633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hu-HU" sz="2400" dirty="0"/>
              <a:t>Adatvédelem és biztonság</a:t>
            </a:r>
          </a:p>
        </p:txBody>
      </p:sp>
      <p:grpSp>
        <p:nvGrpSpPr>
          <p:cNvPr id="4" name="Google Shape;632;p49">
            <a:extLst>
              <a:ext uri="{FF2B5EF4-FFF2-40B4-BE49-F238E27FC236}">
                <a16:creationId xmlns:a16="http://schemas.microsoft.com/office/drawing/2014/main" id="{D20910E4-9269-C88E-0AA0-7C95F7C27AEB}"/>
              </a:ext>
            </a:extLst>
          </p:cNvPr>
          <p:cNvGrpSpPr/>
          <p:nvPr/>
        </p:nvGrpSpPr>
        <p:grpSpPr>
          <a:xfrm rot="9717077">
            <a:off x="272221" y="305378"/>
            <a:ext cx="1361059" cy="459538"/>
            <a:chOff x="2870881" y="-68675"/>
            <a:chExt cx="5532836" cy="1988249"/>
          </a:xfrm>
        </p:grpSpPr>
        <p:sp>
          <p:nvSpPr>
            <p:cNvPr id="5" name="Google Shape;633;p49">
              <a:extLst>
                <a:ext uri="{FF2B5EF4-FFF2-40B4-BE49-F238E27FC236}">
                  <a16:creationId xmlns:a16="http://schemas.microsoft.com/office/drawing/2014/main" id="{93AE7C0D-6565-6248-F2B4-08EB9E34F0B2}"/>
                </a:ext>
              </a:extLst>
            </p:cNvPr>
            <p:cNvSpPr/>
            <p:nvPr/>
          </p:nvSpPr>
          <p:spPr>
            <a:xfrm>
              <a:off x="2870881" y="760273"/>
              <a:ext cx="5532836" cy="330544"/>
            </a:xfrm>
            <a:custGeom>
              <a:avLst/>
              <a:gdLst/>
              <a:ahLst/>
              <a:cxnLst/>
              <a:rect l="l" t="t" r="r" b="b"/>
              <a:pathLst>
                <a:path w="28874" h="1725" extrusionOk="0">
                  <a:moveTo>
                    <a:pt x="254" y="1"/>
                  </a:moveTo>
                  <a:cubicBezTo>
                    <a:pt x="109" y="1"/>
                    <a:pt x="0" y="121"/>
                    <a:pt x="0" y="254"/>
                  </a:cubicBezTo>
                  <a:lnTo>
                    <a:pt x="0" y="1471"/>
                  </a:lnTo>
                  <a:cubicBezTo>
                    <a:pt x="0" y="1615"/>
                    <a:pt x="109" y="1724"/>
                    <a:pt x="254" y="1724"/>
                  </a:cubicBezTo>
                  <a:lnTo>
                    <a:pt x="28632" y="1724"/>
                  </a:lnTo>
                  <a:cubicBezTo>
                    <a:pt x="28765" y="1724"/>
                    <a:pt x="28873" y="1615"/>
                    <a:pt x="28873" y="1471"/>
                  </a:cubicBezTo>
                  <a:lnTo>
                    <a:pt x="28873" y="254"/>
                  </a:lnTo>
                  <a:cubicBezTo>
                    <a:pt x="28873" y="121"/>
                    <a:pt x="28765" y="1"/>
                    <a:pt x="28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34;p49">
              <a:extLst>
                <a:ext uri="{FF2B5EF4-FFF2-40B4-BE49-F238E27FC236}">
                  <a16:creationId xmlns:a16="http://schemas.microsoft.com/office/drawing/2014/main" id="{E29308BF-F4CD-FEEF-47D7-098FFD51A185}"/>
                </a:ext>
              </a:extLst>
            </p:cNvPr>
            <p:cNvSpPr/>
            <p:nvPr/>
          </p:nvSpPr>
          <p:spPr>
            <a:xfrm>
              <a:off x="2870881" y="760273"/>
              <a:ext cx="5532836" cy="330544"/>
            </a:xfrm>
            <a:custGeom>
              <a:avLst/>
              <a:gdLst/>
              <a:ahLst/>
              <a:cxnLst/>
              <a:rect l="l" t="t" r="r" b="b"/>
              <a:pathLst>
                <a:path w="28874" h="1725" extrusionOk="0">
                  <a:moveTo>
                    <a:pt x="28295" y="1"/>
                  </a:moveTo>
                  <a:lnTo>
                    <a:pt x="28295" y="916"/>
                  </a:lnTo>
                  <a:cubicBezTo>
                    <a:pt x="28295" y="1061"/>
                    <a:pt x="28174" y="1170"/>
                    <a:pt x="28042" y="1170"/>
                  </a:cubicBezTo>
                  <a:lnTo>
                    <a:pt x="0" y="1170"/>
                  </a:lnTo>
                  <a:lnTo>
                    <a:pt x="0" y="1471"/>
                  </a:lnTo>
                  <a:cubicBezTo>
                    <a:pt x="0" y="1615"/>
                    <a:pt x="109" y="1724"/>
                    <a:pt x="254" y="1724"/>
                  </a:cubicBezTo>
                  <a:lnTo>
                    <a:pt x="28632" y="1724"/>
                  </a:lnTo>
                  <a:cubicBezTo>
                    <a:pt x="28765" y="1724"/>
                    <a:pt x="28873" y="1615"/>
                    <a:pt x="28873" y="1471"/>
                  </a:cubicBezTo>
                  <a:lnTo>
                    <a:pt x="28873" y="254"/>
                  </a:lnTo>
                  <a:cubicBezTo>
                    <a:pt x="28873" y="121"/>
                    <a:pt x="28765" y="1"/>
                    <a:pt x="286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35;p49">
              <a:extLst>
                <a:ext uri="{FF2B5EF4-FFF2-40B4-BE49-F238E27FC236}">
                  <a16:creationId xmlns:a16="http://schemas.microsoft.com/office/drawing/2014/main" id="{B7AAE2F0-28DC-64C9-227C-650BB9B108DF}"/>
                </a:ext>
              </a:extLst>
            </p:cNvPr>
            <p:cNvSpPr/>
            <p:nvPr/>
          </p:nvSpPr>
          <p:spPr>
            <a:xfrm>
              <a:off x="3669745" y="-68675"/>
              <a:ext cx="644610" cy="1988249"/>
            </a:xfrm>
            <a:custGeom>
              <a:avLst/>
              <a:gdLst/>
              <a:ahLst/>
              <a:cxnLst/>
              <a:rect l="l" t="t" r="r" b="b"/>
              <a:pathLst>
                <a:path w="3364" h="10376" extrusionOk="0">
                  <a:moveTo>
                    <a:pt x="917" y="1"/>
                  </a:moveTo>
                  <a:cubicBezTo>
                    <a:pt x="410" y="1"/>
                    <a:pt x="1" y="411"/>
                    <a:pt x="1" y="917"/>
                  </a:cubicBezTo>
                  <a:lnTo>
                    <a:pt x="1" y="9460"/>
                  </a:lnTo>
                  <a:cubicBezTo>
                    <a:pt x="1" y="9966"/>
                    <a:pt x="410" y="10376"/>
                    <a:pt x="917" y="10376"/>
                  </a:cubicBezTo>
                  <a:lnTo>
                    <a:pt x="2447" y="10376"/>
                  </a:lnTo>
                  <a:cubicBezTo>
                    <a:pt x="2954" y="10376"/>
                    <a:pt x="3363" y="9966"/>
                    <a:pt x="3363" y="9460"/>
                  </a:cubicBezTo>
                  <a:lnTo>
                    <a:pt x="3363" y="917"/>
                  </a:lnTo>
                  <a:cubicBezTo>
                    <a:pt x="3363" y="411"/>
                    <a:pt x="2954" y="1"/>
                    <a:pt x="24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36;p49">
              <a:extLst>
                <a:ext uri="{FF2B5EF4-FFF2-40B4-BE49-F238E27FC236}">
                  <a16:creationId xmlns:a16="http://schemas.microsoft.com/office/drawing/2014/main" id="{DFCCBC41-7F61-39F3-0506-7CC507384061}"/>
                </a:ext>
              </a:extLst>
            </p:cNvPr>
            <p:cNvSpPr/>
            <p:nvPr/>
          </p:nvSpPr>
          <p:spPr>
            <a:xfrm>
              <a:off x="3672236" y="-66376"/>
              <a:ext cx="642119" cy="1985950"/>
            </a:xfrm>
            <a:custGeom>
              <a:avLst/>
              <a:gdLst/>
              <a:ahLst/>
              <a:cxnLst/>
              <a:rect l="l" t="t" r="r" b="b"/>
              <a:pathLst>
                <a:path w="3351" h="10364" extrusionOk="0">
                  <a:moveTo>
                    <a:pt x="2483" y="0"/>
                  </a:moveTo>
                  <a:lnTo>
                    <a:pt x="2483" y="25"/>
                  </a:lnTo>
                  <a:lnTo>
                    <a:pt x="2483" y="8569"/>
                  </a:lnTo>
                  <a:cubicBezTo>
                    <a:pt x="2483" y="9075"/>
                    <a:pt x="2073" y="9485"/>
                    <a:pt x="1567" y="9485"/>
                  </a:cubicBezTo>
                  <a:lnTo>
                    <a:pt x="0" y="9485"/>
                  </a:lnTo>
                  <a:cubicBezTo>
                    <a:pt x="12" y="9978"/>
                    <a:pt x="410" y="10364"/>
                    <a:pt x="904" y="10364"/>
                  </a:cubicBezTo>
                  <a:lnTo>
                    <a:pt x="2434" y="10364"/>
                  </a:lnTo>
                  <a:cubicBezTo>
                    <a:pt x="2941" y="10364"/>
                    <a:pt x="3350" y="9954"/>
                    <a:pt x="3350" y="9448"/>
                  </a:cubicBezTo>
                  <a:lnTo>
                    <a:pt x="3350" y="905"/>
                  </a:lnTo>
                  <a:cubicBezTo>
                    <a:pt x="3350" y="423"/>
                    <a:pt x="2965" y="25"/>
                    <a:pt x="2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37;p49">
              <a:extLst>
                <a:ext uri="{FF2B5EF4-FFF2-40B4-BE49-F238E27FC236}">
                  <a16:creationId xmlns:a16="http://schemas.microsoft.com/office/drawing/2014/main" id="{217963A6-F229-F014-989F-985294229600}"/>
                </a:ext>
              </a:extLst>
            </p:cNvPr>
            <p:cNvSpPr/>
            <p:nvPr/>
          </p:nvSpPr>
          <p:spPr>
            <a:xfrm>
              <a:off x="3752908" y="39782"/>
              <a:ext cx="141224" cy="1559020"/>
            </a:xfrm>
            <a:custGeom>
              <a:avLst/>
              <a:gdLst/>
              <a:ahLst/>
              <a:cxnLst/>
              <a:rect l="l" t="t" r="r" b="b"/>
              <a:pathLst>
                <a:path w="737" h="8136" extrusionOk="0">
                  <a:moveTo>
                    <a:pt x="362" y="1"/>
                  </a:moveTo>
                  <a:cubicBezTo>
                    <a:pt x="158" y="1"/>
                    <a:pt x="1" y="170"/>
                    <a:pt x="1" y="375"/>
                  </a:cubicBezTo>
                  <a:lnTo>
                    <a:pt x="1" y="7761"/>
                  </a:lnTo>
                  <a:cubicBezTo>
                    <a:pt x="1" y="7967"/>
                    <a:pt x="158" y="8135"/>
                    <a:pt x="362" y="8135"/>
                  </a:cubicBezTo>
                  <a:lnTo>
                    <a:pt x="375" y="8135"/>
                  </a:lnTo>
                  <a:cubicBezTo>
                    <a:pt x="579" y="8135"/>
                    <a:pt x="736" y="7967"/>
                    <a:pt x="736" y="7761"/>
                  </a:cubicBezTo>
                  <a:lnTo>
                    <a:pt x="736" y="375"/>
                  </a:lnTo>
                  <a:cubicBezTo>
                    <a:pt x="736" y="170"/>
                    <a:pt x="579" y="1"/>
                    <a:pt x="3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38;p49">
              <a:extLst>
                <a:ext uri="{FF2B5EF4-FFF2-40B4-BE49-F238E27FC236}">
                  <a16:creationId xmlns:a16="http://schemas.microsoft.com/office/drawing/2014/main" id="{BE7D3E44-60A7-6426-8038-AA4DCD6C2BD8}"/>
                </a:ext>
              </a:extLst>
            </p:cNvPr>
            <p:cNvSpPr/>
            <p:nvPr/>
          </p:nvSpPr>
          <p:spPr>
            <a:xfrm>
              <a:off x="3118071" y="69866"/>
              <a:ext cx="554357" cy="1711167"/>
            </a:xfrm>
            <a:custGeom>
              <a:avLst/>
              <a:gdLst/>
              <a:ahLst/>
              <a:cxnLst/>
              <a:rect l="l" t="t" r="r" b="b"/>
              <a:pathLst>
                <a:path w="2893" h="8930" extrusionOk="0">
                  <a:moveTo>
                    <a:pt x="783" y="1"/>
                  </a:moveTo>
                  <a:cubicBezTo>
                    <a:pt x="349" y="1"/>
                    <a:pt x="0" y="362"/>
                    <a:pt x="0" y="796"/>
                  </a:cubicBezTo>
                  <a:lnTo>
                    <a:pt x="0" y="8147"/>
                  </a:lnTo>
                  <a:cubicBezTo>
                    <a:pt x="0" y="8581"/>
                    <a:pt x="349" y="8930"/>
                    <a:pt x="783" y="8930"/>
                  </a:cubicBezTo>
                  <a:lnTo>
                    <a:pt x="2097" y="8930"/>
                  </a:lnTo>
                  <a:cubicBezTo>
                    <a:pt x="2531" y="8930"/>
                    <a:pt x="2892" y="8581"/>
                    <a:pt x="2892" y="8147"/>
                  </a:cubicBezTo>
                  <a:lnTo>
                    <a:pt x="2892" y="796"/>
                  </a:lnTo>
                  <a:cubicBezTo>
                    <a:pt x="2892" y="362"/>
                    <a:pt x="2531" y="1"/>
                    <a:pt x="20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39;p49">
              <a:extLst>
                <a:ext uri="{FF2B5EF4-FFF2-40B4-BE49-F238E27FC236}">
                  <a16:creationId xmlns:a16="http://schemas.microsoft.com/office/drawing/2014/main" id="{C2BAC454-720A-7D65-C8A1-67E9A233A354}"/>
                </a:ext>
              </a:extLst>
            </p:cNvPr>
            <p:cNvSpPr/>
            <p:nvPr/>
          </p:nvSpPr>
          <p:spPr>
            <a:xfrm>
              <a:off x="3118071" y="72166"/>
              <a:ext cx="554357" cy="1708867"/>
            </a:xfrm>
            <a:custGeom>
              <a:avLst/>
              <a:gdLst/>
              <a:ahLst/>
              <a:cxnLst/>
              <a:rect l="l" t="t" r="r" b="b"/>
              <a:pathLst>
                <a:path w="2893" h="8918" extrusionOk="0">
                  <a:moveTo>
                    <a:pt x="2145" y="1"/>
                  </a:moveTo>
                  <a:lnTo>
                    <a:pt x="2145" y="25"/>
                  </a:lnTo>
                  <a:lnTo>
                    <a:pt x="2145" y="7375"/>
                  </a:lnTo>
                  <a:cubicBezTo>
                    <a:pt x="2145" y="7809"/>
                    <a:pt x="1795" y="8171"/>
                    <a:pt x="1361" y="8171"/>
                  </a:cubicBezTo>
                  <a:lnTo>
                    <a:pt x="48" y="8171"/>
                  </a:lnTo>
                  <a:cubicBezTo>
                    <a:pt x="24" y="8171"/>
                    <a:pt x="12" y="8159"/>
                    <a:pt x="0" y="8159"/>
                  </a:cubicBezTo>
                  <a:lnTo>
                    <a:pt x="0" y="8159"/>
                  </a:lnTo>
                  <a:cubicBezTo>
                    <a:pt x="12" y="8580"/>
                    <a:pt x="362" y="8918"/>
                    <a:pt x="783" y="8918"/>
                  </a:cubicBezTo>
                  <a:lnTo>
                    <a:pt x="2097" y="8918"/>
                  </a:lnTo>
                  <a:cubicBezTo>
                    <a:pt x="2531" y="8918"/>
                    <a:pt x="2892" y="8569"/>
                    <a:pt x="2892" y="8135"/>
                  </a:cubicBezTo>
                  <a:lnTo>
                    <a:pt x="2892" y="784"/>
                  </a:lnTo>
                  <a:cubicBezTo>
                    <a:pt x="2892" y="362"/>
                    <a:pt x="2555" y="2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40;p49">
              <a:extLst>
                <a:ext uri="{FF2B5EF4-FFF2-40B4-BE49-F238E27FC236}">
                  <a16:creationId xmlns:a16="http://schemas.microsoft.com/office/drawing/2014/main" id="{9FF50583-CB51-E180-FCBD-2342C3553FA2}"/>
                </a:ext>
              </a:extLst>
            </p:cNvPr>
            <p:cNvSpPr/>
            <p:nvPr/>
          </p:nvSpPr>
          <p:spPr>
            <a:xfrm>
              <a:off x="6960437" y="-68675"/>
              <a:ext cx="644226" cy="1988249"/>
            </a:xfrm>
            <a:custGeom>
              <a:avLst/>
              <a:gdLst/>
              <a:ahLst/>
              <a:cxnLst/>
              <a:rect l="l" t="t" r="r" b="b"/>
              <a:pathLst>
                <a:path w="3362" h="10376" extrusionOk="0">
                  <a:moveTo>
                    <a:pt x="916" y="1"/>
                  </a:moveTo>
                  <a:cubicBezTo>
                    <a:pt x="410" y="1"/>
                    <a:pt x="0" y="411"/>
                    <a:pt x="0" y="917"/>
                  </a:cubicBezTo>
                  <a:lnTo>
                    <a:pt x="0" y="9460"/>
                  </a:lnTo>
                  <a:cubicBezTo>
                    <a:pt x="0" y="9966"/>
                    <a:pt x="410" y="10376"/>
                    <a:pt x="916" y="10376"/>
                  </a:cubicBezTo>
                  <a:lnTo>
                    <a:pt x="2446" y="10376"/>
                  </a:lnTo>
                  <a:cubicBezTo>
                    <a:pt x="2952" y="10376"/>
                    <a:pt x="3362" y="9966"/>
                    <a:pt x="3362" y="9460"/>
                  </a:cubicBezTo>
                  <a:lnTo>
                    <a:pt x="3362" y="917"/>
                  </a:lnTo>
                  <a:cubicBezTo>
                    <a:pt x="3362" y="411"/>
                    <a:pt x="2952" y="1"/>
                    <a:pt x="24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41;p49">
              <a:extLst>
                <a:ext uri="{FF2B5EF4-FFF2-40B4-BE49-F238E27FC236}">
                  <a16:creationId xmlns:a16="http://schemas.microsoft.com/office/drawing/2014/main" id="{72EAD26C-AA9A-A2D8-B6EF-DDA8404F1A52}"/>
                </a:ext>
              </a:extLst>
            </p:cNvPr>
            <p:cNvSpPr/>
            <p:nvPr/>
          </p:nvSpPr>
          <p:spPr>
            <a:xfrm>
              <a:off x="6962545" y="-66376"/>
              <a:ext cx="642119" cy="1985950"/>
            </a:xfrm>
            <a:custGeom>
              <a:avLst/>
              <a:gdLst/>
              <a:ahLst/>
              <a:cxnLst/>
              <a:rect l="l" t="t" r="r" b="b"/>
              <a:pathLst>
                <a:path w="3351" h="10364" extrusionOk="0">
                  <a:moveTo>
                    <a:pt x="2483" y="0"/>
                  </a:moveTo>
                  <a:lnTo>
                    <a:pt x="2483" y="25"/>
                  </a:lnTo>
                  <a:lnTo>
                    <a:pt x="2483" y="8569"/>
                  </a:lnTo>
                  <a:cubicBezTo>
                    <a:pt x="2483" y="9075"/>
                    <a:pt x="2073" y="9485"/>
                    <a:pt x="1567" y="9485"/>
                  </a:cubicBezTo>
                  <a:lnTo>
                    <a:pt x="1" y="9485"/>
                  </a:lnTo>
                  <a:cubicBezTo>
                    <a:pt x="13" y="9978"/>
                    <a:pt x="410" y="10364"/>
                    <a:pt x="905" y="10364"/>
                  </a:cubicBezTo>
                  <a:lnTo>
                    <a:pt x="2435" y="10364"/>
                  </a:lnTo>
                  <a:cubicBezTo>
                    <a:pt x="2941" y="10364"/>
                    <a:pt x="3351" y="9954"/>
                    <a:pt x="3351" y="9448"/>
                  </a:cubicBezTo>
                  <a:lnTo>
                    <a:pt x="3351" y="905"/>
                  </a:lnTo>
                  <a:cubicBezTo>
                    <a:pt x="3351" y="423"/>
                    <a:pt x="2965" y="25"/>
                    <a:pt x="2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42;p49">
              <a:extLst>
                <a:ext uri="{FF2B5EF4-FFF2-40B4-BE49-F238E27FC236}">
                  <a16:creationId xmlns:a16="http://schemas.microsoft.com/office/drawing/2014/main" id="{2551CF55-464C-03B6-BB49-0A7C04006154}"/>
                </a:ext>
              </a:extLst>
            </p:cNvPr>
            <p:cNvSpPr/>
            <p:nvPr/>
          </p:nvSpPr>
          <p:spPr>
            <a:xfrm>
              <a:off x="7043408" y="39782"/>
              <a:ext cx="141032" cy="1559020"/>
            </a:xfrm>
            <a:custGeom>
              <a:avLst/>
              <a:gdLst/>
              <a:ahLst/>
              <a:cxnLst/>
              <a:rect l="l" t="t" r="r" b="b"/>
              <a:pathLst>
                <a:path w="736" h="8136" extrusionOk="0">
                  <a:moveTo>
                    <a:pt x="362" y="1"/>
                  </a:moveTo>
                  <a:cubicBezTo>
                    <a:pt x="157" y="1"/>
                    <a:pt x="1" y="170"/>
                    <a:pt x="1" y="375"/>
                  </a:cubicBezTo>
                  <a:lnTo>
                    <a:pt x="1" y="7761"/>
                  </a:lnTo>
                  <a:cubicBezTo>
                    <a:pt x="1" y="7967"/>
                    <a:pt x="157" y="8135"/>
                    <a:pt x="362" y="8135"/>
                  </a:cubicBezTo>
                  <a:lnTo>
                    <a:pt x="374" y="8135"/>
                  </a:lnTo>
                  <a:cubicBezTo>
                    <a:pt x="579" y="8135"/>
                    <a:pt x="736" y="7967"/>
                    <a:pt x="736" y="7761"/>
                  </a:cubicBezTo>
                  <a:lnTo>
                    <a:pt x="736" y="375"/>
                  </a:lnTo>
                  <a:cubicBezTo>
                    <a:pt x="736" y="170"/>
                    <a:pt x="579" y="1"/>
                    <a:pt x="3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43;p49">
              <a:extLst>
                <a:ext uri="{FF2B5EF4-FFF2-40B4-BE49-F238E27FC236}">
                  <a16:creationId xmlns:a16="http://schemas.microsoft.com/office/drawing/2014/main" id="{351B2935-6985-BA9A-E538-134D02766619}"/>
                </a:ext>
              </a:extLst>
            </p:cNvPr>
            <p:cNvSpPr/>
            <p:nvPr/>
          </p:nvSpPr>
          <p:spPr>
            <a:xfrm>
              <a:off x="7604472" y="69866"/>
              <a:ext cx="554357" cy="1711167"/>
            </a:xfrm>
            <a:custGeom>
              <a:avLst/>
              <a:gdLst/>
              <a:ahLst/>
              <a:cxnLst/>
              <a:rect l="l" t="t" r="r" b="b"/>
              <a:pathLst>
                <a:path w="2893" h="8930" extrusionOk="0">
                  <a:moveTo>
                    <a:pt x="784" y="1"/>
                  </a:moveTo>
                  <a:cubicBezTo>
                    <a:pt x="351" y="1"/>
                    <a:pt x="1" y="362"/>
                    <a:pt x="1" y="796"/>
                  </a:cubicBezTo>
                  <a:lnTo>
                    <a:pt x="1" y="8147"/>
                  </a:lnTo>
                  <a:cubicBezTo>
                    <a:pt x="1" y="8581"/>
                    <a:pt x="351" y="8930"/>
                    <a:pt x="784" y="8930"/>
                  </a:cubicBezTo>
                  <a:lnTo>
                    <a:pt x="2097" y="8930"/>
                  </a:lnTo>
                  <a:cubicBezTo>
                    <a:pt x="2531" y="8930"/>
                    <a:pt x="2893" y="8581"/>
                    <a:pt x="2893" y="8147"/>
                  </a:cubicBezTo>
                  <a:lnTo>
                    <a:pt x="2893" y="796"/>
                  </a:lnTo>
                  <a:cubicBezTo>
                    <a:pt x="2893" y="362"/>
                    <a:pt x="2531" y="1"/>
                    <a:pt x="20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44;p49">
              <a:extLst>
                <a:ext uri="{FF2B5EF4-FFF2-40B4-BE49-F238E27FC236}">
                  <a16:creationId xmlns:a16="http://schemas.microsoft.com/office/drawing/2014/main" id="{E3F7A1CC-D83A-6E6F-26E1-7A635A7E0680}"/>
                </a:ext>
              </a:extLst>
            </p:cNvPr>
            <p:cNvSpPr/>
            <p:nvPr/>
          </p:nvSpPr>
          <p:spPr>
            <a:xfrm>
              <a:off x="7604472" y="72166"/>
              <a:ext cx="554357" cy="1708867"/>
            </a:xfrm>
            <a:custGeom>
              <a:avLst/>
              <a:gdLst/>
              <a:ahLst/>
              <a:cxnLst/>
              <a:rect l="l" t="t" r="r" b="b"/>
              <a:pathLst>
                <a:path w="2893" h="8918" extrusionOk="0">
                  <a:moveTo>
                    <a:pt x="2146" y="1"/>
                  </a:moveTo>
                  <a:lnTo>
                    <a:pt x="2146" y="25"/>
                  </a:lnTo>
                  <a:lnTo>
                    <a:pt x="2146" y="7375"/>
                  </a:lnTo>
                  <a:cubicBezTo>
                    <a:pt x="2146" y="7809"/>
                    <a:pt x="1797" y="8171"/>
                    <a:pt x="1363" y="8171"/>
                  </a:cubicBezTo>
                  <a:lnTo>
                    <a:pt x="49" y="8171"/>
                  </a:lnTo>
                  <a:cubicBezTo>
                    <a:pt x="37" y="8171"/>
                    <a:pt x="13" y="8159"/>
                    <a:pt x="1" y="8159"/>
                  </a:cubicBezTo>
                  <a:lnTo>
                    <a:pt x="1" y="8159"/>
                  </a:lnTo>
                  <a:cubicBezTo>
                    <a:pt x="13" y="8580"/>
                    <a:pt x="362" y="8918"/>
                    <a:pt x="784" y="8918"/>
                  </a:cubicBezTo>
                  <a:lnTo>
                    <a:pt x="2097" y="8918"/>
                  </a:lnTo>
                  <a:cubicBezTo>
                    <a:pt x="2531" y="8918"/>
                    <a:pt x="2893" y="8569"/>
                    <a:pt x="2893" y="8135"/>
                  </a:cubicBezTo>
                  <a:lnTo>
                    <a:pt x="2893" y="784"/>
                  </a:lnTo>
                  <a:cubicBezTo>
                    <a:pt x="2893" y="362"/>
                    <a:pt x="2555" y="25"/>
                    <a:pt x="2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45;p49">
              <a:extLst>
                <a:ext uri="{FF2B5EF4-FFF2-40B4-BE49-F238E27FC236}">
                  <a16:creationId xmlns:a16="http://schemas.microsoft.com/office/drawing/2014/main" id="{7C2F5DD5-55F7-EEC6-9DBC-63B8D776A08E}"/>
                </a:ext>
              </a:extLst>
            </p:cNvPr>
            <p:cNvSpPr/>
            <p:nvPr/>
          </p:nvSpPr>
          <p:spPr>
            <a:xfrm>
              <a:off x="7692234" y="164527"/>
              <a:ext cx="85654" cy="1339424"/>
            </a:xfrm>
            <a:custGeom>
              <a:avLst/>
              <a:gdLst/>
              <a:ahLst/>
              <a:cxnLst/>
              <a:rect l="l" t="t" r="r" b="b"/>
              <a:pathLst>
                <a:path w="447" h="6990" extrusionOk="0">
                  <a:moveTo>
                    <a:pt x="230" y="1"/>
                  </a:moveTo>
                  <a:cubicBezTo>
                    <a:pt x="110" y="1"/>
                    <a:pt x="1" y="145"/>
                    <a:pt x="1" y="314"/>
                  </a:cubicBezTo>
                  <a:lnTo>
                    <a:pt x="1" y="6676"/>
                  </a:lnTo>
                  <a:cubicBezTo>
                    <a:pt x="1" y="6845"/>
                    <a:pt x="110" y="6990"/>
                    <a:pt x="230" y="6990"/>
                  </a:cubicBezTo>
                  <a:cubicBezTo>
                    <a:pt x="351" y="6990"/>
                    <a:pt x="447" y="6845"/>
                    <a:pt x="447" y="6676"/>
                  </a:cubicBezTo>
                  <a:lnTo>
                    <a:pt x="447" y="314"/>
                  </a:lnTo>
                  <a:cubicBezTo>
                    <a:pt x="447" y="145"/>
                    <a:pt x="351" y="1"/>
                    <a:pt x="2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46;p49">
              <a:extLst>
                <a:ext uri="{FF2B5EF4-FFF2-40B4-BE49-F238E27FC236}">
                  <a16:creationId xmlns:a16="http://schemas.microsoft.com/office/drawing/2014/main" id="{AC1D6138-B046-1A39-D2F1-0318FFC01945}"/>
                </a:ext>
              </a:extLst>
            </p:cNvPr>
            <p:cNvSpPr/>
            <p:nvPr/>
          </p:nvSpPr>
          <p:spPr>
            <a:xfrm>
              <a:off x="3180347" y="185413"/>
              <a:ext cx="87762" cy="1339424"/>
            </a:xfrm>
            <a:custGeom>
              <a:avLst/>
              <a:gdLst/>
              <a:ahLst/>
              <a:cxnLst/>
              <a:rect l="l" t="t" r="r" b="b"/>
              <a:pathLst>
                <a:path w="458" h="6990" extrusionOk="0">
                  <a:moveTo>
                    <a:pt x="229" y="0"/>
                  </a:moveTo>
                  <a:cubicBezTo>
                    <a:pt x="96" y="0"/>
                    <a:pt x="0" y="133"/>
                    <a:pt x="0" y="314"/>
                  </a:cubicBezTo>
                  <a:lnTo>
                    <a:pt x="0" y="6676"/>
                  </a:lnTo>
                  <a:cubicBezTo>
                    <a:pt x="0" y="6845"/>
                    <a:pt x="96" y="6990"/>
                    <a:pt x="229" y="6990"/>
                  </a:cubicBezTo>
                  <a:cubicBezTo>
                    <a:pt x="350" y="6990"/>
                    <a:pt x="458" y="6845"/>
                    <a:pt x="458" y="6676"/>
                  </a:cubicBezTo>
                  <a:lnTo>
                    <a:pt x="458" y="314"/>
                  </a:lnTo>
                  <a:cubicBezTo>
                    <a:pt x="458" y="133"/>
                    <a:pt x="350" y="0"/>
                    <a:pt x="2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47;p49">
              <a:extLst>
                <a:ext uri="{FF2B5EF4-FFF2-40B4-BE49-F238E27FC236}">
                  <a16:creationId xmlns:a16="http://schemas.microsoft.com/office/drawing/2014/main" id="{F1F1FF3A-17F5-F207-C30E-08D071969EF2}"/>
                </a:ext>
              </a:extLst>
            </p:cNvPr>
            <p:cNvSpPr/>
            <p:nvPr/>
          </p:nvSpPr>
          <p:spPr>
            <a:xfrm>
              <a:off x="4314163" y="760273"/>
              <a:ext cx="90061" cy="330544"/>
            </a:xfrm>
            <a:custGeom>
              <a:avLst/>
              <a:gdLst/>
              <a:ahLst/>
              <a:cxnLst/>
              <a:rect l="l" t="t" r="r" b="b"/>
              <a:pathLst>
                <a:path w="470" h="1725" extrusionOk="0">
                  <a:moveTo>
                    <a:pt x="0" y="1"/>
                  </a:moveTo>
                  <a:lnTo>
                    <a:pt x="0" y="1724"/>
                  </a:lnTo>
                  <a:lnTo>
                    <a:pt x="470" y="1724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rgbClr val="38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48;p49">
              <a:extLst>
                <a:ext uri="{FF2B5EF4-FFF2-40B4-BE49-F238E27FC236}">
                  <a16:creationId xmlns:a16="http://schemas.microsoft.com/office/drawing/2014/main" id="{D6274DA5-F7AC-CD0D-7B7D-DF24093919E0}"/>
                </a:ext>
              </a:extLst>
            </p:cNvPr>
            <p:cNvSpPr/>
            <p:nvPr/>
          </p:nvSpPr>
          <p:spPr>
            <a:xfrm>
              <a:off x="8158637" y="760273"/>
              <a:ext cx="67259" cy="330544"/>
            </a:xfrm>
            <a:custGeom>
              <a:avLst/>
              <a:gdLst/>
              <a:ahLst/>
              <a:cxnLst/>
              <a:rect l="l" t="t" r="r" b="b"/>
              <a:pathLst>
                <a:path w="351" h="1725" extrusionOk="0">
                  <a:moveTo>
                    <a:pt x="1" y="1"/>
                  </a:moveTo>
                  <a:lnTo>
                    <a:pt x="1" y="1724"/>
                  </a:lnTo>
                  <a:lnTo>
                    <a:pt x="351" y="1724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rgbClr val="38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49;p49">
              <a:extLst>
                <a:ext uri="{FF2B5EF4-FFF2-40B4-BE49-F238E27FC236}">
                  <a16:creationId xmlns:a16="http://schemas.microsoft.com/office/drawing/2014/main" id="{0236E49A-75FA-5349-C383-72F8516DA719}"/>
                </a:ext>
              </a:extLst>
            </p:cNvPr>
            <p:cNvSpPr/>
            <p:nvPr/>
          </p:nvSpPr>
          <p:spPr>
            <a:xfrm>
              <a:off x="4461902" y="801855"/>
              <a:ext cx="2256134" cy="71857"/>
            </a:xfrm>
            <a:custGeom>
              <a:avLst/>
              <a:gdLst/>
              <a:ahLst/>
              <a:cxnLst/>
              <a:rect l="l" t="t" r="r" b="b"/>
              <a:pathLst>
                <a:path w="11774" h="375" extrusionOk="0">
                  <a:moveTo>
                    <a:pt x="181" y="0"/>
                  </a:moveTo>
                  <a:cubicBezTo>
                    <a:pt x="84" y="0"/>
                    <a:pt x="1" y="85"/>
                    <a:pt x="1" y="182"/>
                  </a:cubicBezTo>
                  <a:lnTo>
                    <a:pt x="1" y="193"/>
                  </a:lnTo>
                  <a:cubicBezTo>
                    <a:pt x="1" y="290"/>
                    <a:pt x="84" y="375"/>
                    <a:pt x="181" y="375"/>
                  </a:cubicBezTo>
                  <a:lnTo>
                    <a:pt x="11593" y="375"/>
                  </a:lnTo>
                  <a:cubicBezTo>
                    <a:pt x="11701" y="375"/>
                    <a:pt x="11773" y="290"/>
                    <a:pt x="11773" y="193"/>
                  </a:cubicBezTo>
                  <a:lnTo>
                    <a:pt x="11773" y="182"/>
                  </a:lnTo>
                  <a:cubicBezTo>
                    <a:pt x="11773" y="85"/>
                    <a:pt x="11701" y="0"/>
                    <a:pt x="115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3349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57"/>
          <p:cNvSpPr/>
          <p:nvPr/>
        </p:nvSpPr>
        <p:spPr>
          <a:xfrm rot="2488757">
            <a:off x="928704" y="1118833"/>
            <a:ext cx="3209301" cy="2728669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57"/>
          <p:cNvSpPr txBox="1">
            <a:spLocks noGrp="1"/>
          </p:cNvSpPr>
          <p:nvPr>
            <p:ph type="title"/>
          </p:nvPr>
        </p:nvSpPr>
        <p:spPr>
          <a:xfrm>
            <a:off x="3360725" y="1604300"/>
            <a:ext cx="5067600" cy="146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Alapfunkciók</a:t>
            </a:r>
            <a:endParaRPr dirty="0"/>
          </a:p>
        </p:txBody>
      </p:sp>
      <p:cxnSp>
        <p:nvCxnSpPr>
          <p:cNvPr id="1211" name="Google Shape;1211;p57"/>
          <p:cNvCxnSpPr/>
          <p:nvPr/>
        </p:nvCxnSpPr>
        <p:spPr>
          <a:xfrm>
            <a:off x="7360200" y="3834964"/>
            <a:ext cx="991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12" name="Google Shape;1212;p57"/>
          <p:cNvGrpSpPr/>
          <p:nvPr/>
        </p:nvGrpSpPr>
        <p:grpSpPr>
          <a:xfrm>
            <a:off x="1669665" y="1153224"/>
            <a:ext cx="2136921" cy="2728840"/>
            <a:chOff x="1669665" y="1153224"/>
            <a:chExt cx="2136921" cy="2728840"/>
          </a:xfrm>
        </p:grpSpPr>
        <p:sp>
          <p:nvSpPr>
            <p:cNvPr id="1213" name="Google Shape;1213;p57"/>
            <p:cNvSpPr/>
            <p:nvPr/>
          </p:nvSpPr>
          <p:spPr>
            <a:xfrm flipH="1">
              <a:off x="1777778" y="1241589"/>
              <a:ext cx="466461" cy="1086713"/>
            </a:xfrm>
            <a:custGeom>
              <a:avLst/>
              <a:gdLst/>
              <a:ahLst/>
              <a:cxnLst/>
              <a:rect l="l" t="t" r="r" b="b"/>
              <a:pathLst>
                <a:path w="4677" h="10896" extrusionOk="0">
                  <a:moveTo>
                    <a:pt x="4676" y="9122"/>
                  </a:moveTo>
                  <a:cubicBezTo>
                    <a:pt x="4676" y="9122"/>
                    <a:pt x="4674" y="9126"/>
                    <a:pt x="4670" y="9133"/>
                  </a:cubicBezTo>
                  <a:lnTo>
                    <a:pt x="4670" y="9133"/>
                  </a:lnTo>
                  <a:cubicBezTo>
                    <a:pt x="4674" y="9126"/>
                    <a:pt x="4676" y="9122"/>
                    <a:pt x="4676" y="9122"/>
                  </a:cubicBezTo>
                  <a:close/>
                  <a:moveTo>
                    <a:pt x="724" y="0"/>
                  </a:moveTo>
                  <a:lnTo>
                    <a:pt x="868" y="1012"/>
                  </a:lnTo>
                  <a:cubicBezTo>
                    <a:pt x="868" y="1012"/>
                    <a:pt x="1013" y="2229"/>
                    <a:pt x="832" y="2965"/>
                  </a:cubicBezTo>
                  <a:cubicBezTo>
                    <a:pt x="663" y="3699"/>
                    <a:pt x="350" y="4073"/>
                    <a:pt x="170" y="5145"/>
                  </a:cubicBezTo>
                  <a:cubicBezTo>
                    <a:pt x="1" y="6230"/>
                    <a:pt x="133" y="7796"/>
                    <a:pt x="350" y="8845"/>
                  </a:cubicBezTo>
                  <a:cubicBezTo>
                    <a:pt x="539" y="9809"/>
                    <a:pt x="1675" y="10896"/>
                    <a:pt x="2587" y="10896"/>
                  </a:cubicBezTo>
                  <a:cubicBezTo>
                    <a:pt x="2667" y="10896"/>
                    <a:pt x="2745" y="10887"/>
                    <a:pt x="2821" y="10870"/>
                  </a:cubicBezTo>
                  <a:cubicBezTo>
                    <a:pt x="3725" y="10675"/>
                    <a:pt x="4587" y="9271"/>
                    <a:pt x="4670" y="9133"/>
                  </a:cubicBezTo>
                  <a:lnTo>
                    <a:pt x="4670" y="9133"/>
                  </a:lnTo>
                  <a:cubicBezTo>
                    <a:pt x="4644" y="9174"/>
                    <a:pt x="4536" y="9319"/>
                    <a:pt x="4315" y="9319"/>
                  </a:cubicBezTo>
                  <a:cubicBezTo>
                    <a:pt x="4179" y="9319"/>
                    <a:pt x="4001" y="9264"/>
                    <a:pt x="3772" y="9098"/>
                  </a:cubicBezTo>
                  <a:cubicBezTo>
                    <a:pt x="3110" y="8604"/>
                    <a:pt x="3664" y="7592"/>
                    <a:pt x="3869" y="6194"/>
                  </a:cubicBezTo>
                  <a:cubicBezTo>
                    <a:pt x="4085" y="4796"/>
                    <a:pt x="4363" y="2374"/>
                    <a:pt x="3555" y="1434"/>
                  </a:cubicBezTo>
                  <a:cubicBezTo>
                    <a:pt x="2748" y="494"/>
                    <a:pt x="724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57"/>
            <p:cNvSpPr/>
            <p:nvPr/>
          </p:nvSpPr>
          <p:spPr>
            <a:xfrm flipH="1">
              <a:off x="1733395" y="2656122"/>
              <a:ext cx="1461517" cy="1225943"/>
            </a:xfrm>
            <a:custGeom>
              <a:avLst/>
              <a:gdLst/>
              <a:ahLst/>
              <a:cxnLst/>
              <a:rect l="l" t="t" r="r" b="b"/>
              <a:pathLst>
                <a:path w="14654" h="12292" extrusionOk="0">
                  <a:moveTo>
                    <a:pt x="7327" y="0"/>
                  </a:moveTo>
                  <a:cubicBezTo>
                    <a:pt x="3291" y="0"/>
                    <a:pt x="0" y="2760"/>
                    <a:pt x="0" y="6146"/>
                  </a:cubicBezTo>
                  <a:cubicBezTo>
                    <a:pt x="0" y="9533"/>
                    <a:pt x="3291" y="12292"/>
                    <a:pt x="7327" y="12292"/>
                  </a:cubicBezTo>
                  <a:cubicBezTo>
                    <a:pt x="11376" y="12292"/>
                    <a:pt x="14654" y="9533"/>
                    <a:pt x="14654" y="6146"/>
                  </a:cubicBezTo>
                  <a:cubicBezTo>
                    <a:pt x="14654" y="2760"/>
                    <a:pt x="11376" y="0"/>
                    <a:pt x="73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57"/>
            <p:cNvSpPr/>
            <p:nvPr/>
          </p:nvSpPr>
          <p:spPr>
            <a:xfrm flipH="1">
              <a:off x="2964025" y="1576797"/>
              <a:ext cx="210441" cy="252529"/>
            </a:xfrm>
            <a:custGeom>
              <a:avLst/>
              <a:gdLst/>
              <a:ahLst/>
              <a:cxnLst/>
              <a:rect l="l" t="t" r="r" b="b"/>
              <a:pathLst>
                <a:path w="2110" h="2532" extrusionOk="0">
                  <a:moveTo>
                    <a:pt x="1940" y="1"/>
                  </a:moveTo>
                  <a:lnTo>
                    <a:pt x="603" y="97"/>
                  </a:lnTo>
                  <a:lnTo>
                    <a:pt x="1" y="1302"/>
                  </a:lnTo>
                  <a:lnTo>
                    <a:pt x="748" y="2423"/>
                  </a:lnTo>
                  <a:lnTo>
                    <a:pt x="917" y="2531"/>
                  </a:lnTo>
                  <a:lnTo>
                    <a:pt x="2109" y="110"/>
                  </a:lnTo>
                  <a:lnTo>
                    <a:pt x="1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57"/>
            <p:cNvSpPr/>
            <p:nvPr/>
          </p:nvSpPr>
          <p:spPr>
            <a:xfrm flipH="1">
              <a:off x="2889523" y="1587668"/>
              <a:ext cx="268088" cy="241658"/>
            </a:xfrm>
            <a:custGeom>
              <a:avLst/>
              <a:gdLst/>
              <a:ahLst/>
              <a:cxnLst/>
              <a:rect l="l" t="t" r="r" b="b"/>
              <a:pathLst>
                <a:path w="2688" h="2423" extrusionOk="0">
                  <a:moveTo>
                    <a:pt x="1940" y="1"/>
                  </a:moveTo>
                  <a:lnTo>
                    <a:pt x="591" y="97"/>
                  </a:lnTo>
                  <a:lnTo>
                    <a:pt x="1" y="1302"/>
                  </a:lnTo>
                  <a:lnTo>
                    <a:pt x="748" y="2422"/>
                  </a:lnTo>
                  <a:lnTo>
                    <a:pt x="2085" y="2326"/>
                  </a:lnTo>
                  <a:lnTo>
                    <a:pt x="2687" y="1121"/>
                  </a:lnTo>
                  <a:lnTo>
                    <a:pt x="19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57"/>
            <p:cNvSpPr/>
            <p:nvPr/>
          </p:nvSpPr>
          <p:spPr>
            <a:xfrm flipH="1">
              <a:off x="2627519" y="1595547"/>
              <a:ext cx="518024" cy="775839"/>
            </a:xfrm>
            <a:custGeom>
              <a:avLst/>
              <a:gdLst/>
              <a:ahLst/>
              <a:cxnLst/>
              <a:rect l="l" t="t" r="r" b="b"/>
              <a:pathLst>
                <a:path w="5194" h="7779" extrusionOk="0">
                  <a:moveTo>
                    <a:pt x="1268" y="0"/>
                  </a:moveTo>
                  <a:cubicBezTo>
                    <a:pt x="1117" y="0"/>
                    <a:pt x="875" y="110"/>
                    <a:pt x="554" y="391"/>
                  </a:cubicBezTo>
                  <a:cubicBezTo>
                    <a:pt x="156" y="741"/>
                    <a:pt x="0" y="1079"/>
                    <a:pt x="180" y="1512"/>
                  </a:cubicBezTo>
                  <a:cubicBezTo>
                    <a:pt x="373" y="1934"/>
                    <a:pt x="771" y="2368"/>
                    <a:pt x="723" y="3055"/>
                  </a:cubicBezTo>
                  <a:cubicBezTo>
                    <a:pt x="662" y="3754"/>
                    <a:pt x="686" y="6175"/>
                    <a:pt x="927" y="6983"/>
                  </a:cubicBezTo>
                  <a:cubicBezTo>
                    <a:pt x="1168" y="7779"/>
                    <a:pt x="1144" y="7779"/>
                    <a:pt x="1470" y="7779"/>
                  </a:cubicBezTo>
                  <a:cubicBezTo>
                    <a:pt x="1783" y="7779"/>
                    <a:pt x="2723" y="7381"/>
                    <a:pt x="3699" y="6874"/>
                  </a:cubicBezTo>
                  <a:cubicBezTo>
                    <a:pt x="4687" y="6368"/>
                    <a:pt x="5121" y="5621"/>
                    <a:pt x="5121" y="5621"/>
                  </a:cubicBezTo>
                  <a:lnTo>
                    <a:pt x="5193" y="1826"/>
                  </a:lnTo>
                  <a:lnTo>
                    <a:pt x="5193" y="1826"/>
                  </a:lnTo>
                  <a:cubicBezTo>
                    <a:pt x="5193" y="1826"/>
                    <a:pt x="4796" y="2236"/>
                    <a:pt x="4350" y="3055"/>
                  </a:cubicBezTo>
                  <a:cubicBezTo>
                    <a:pt x="3892" y="3886"/>
                    <a:pt x="2748" y="5031"/>
                    <a:pt x="2531" y="5272"/>
                  </a:cubicBezTo>
                  <a:cubicBezTo>
                    <a:pt x="2314" y="5513"/>
                    <a:pt x="2157" y="5561"/>
                    <a:pt x="2157" y="5561"/>
                  </a:cubicBezTo>
                  <a:cubicBezTo>
                    <a:pt x="2157" y="5561"/>
                    <a:pt x="1783" y="4464"/>
                    <a:pt x="1675" y="3754"/>
                  </a:cubicBezTo>
                  <a:cubicBezTo>
                    <a:pt x="1567" y="3031"/>
                    <a:pt x="1409" y="1620"/>
                    <a:pt x="1409" y="1620"/>
                  </a:cubicBezTo>
                  <a:lnTo>
                    <a:pt x="1832" y="765"/>
                  </a:lnTo>
                  <a:cubicBezTo>
                    <a:pt x="1832" y="765"/>
                    <a:pt x="1494" y="66"/>
                    <a:pt x="1361" y="18"/>
                  </a:cubicBezTo>
                  <a:cubicBezTo>
                    <a:pt x="1336" y="6"/>
                    <a:pt x="1305" y="0"/>
                    <a:pt x="1268" y="0"/>
                  </a:cubicBezTo>
                  <a:close/>
                </a:path>
              </a:pathLst>
            </a:custGeom>
            <a:solidFill>
              <a:srgbClr val="E3A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57"/>
            <p:cNvSpPr/>
            <p:nvPr/>
          </p:nvSpPr>
          <p:spPr>
            <a:xfrm flipH="1">
              <a:off x="2042174" y="1733978"/>
              <a:ext cx="1764412" cy="2022227"/>
            </a:xfrm>
            <a:custGeom>
              <a:avLst/>
              <a:gdLst/>
              <a:ahLst/>
              <a:cxnLst/>
              <a:rect l="l" t="t" r="r" b="b"/>
              <a:pathLst>
                <a:path w="17691" h="20276" extrusionOk="0">
                  <a:moveTo>
                    <a:pt x="14722" y="0"/>
                  </a:moveTo>
                  <a:cubicBezTo>
                    <a:pt x="14259" y="0"/>
                    <a:pt x="13858" y="76"/>
                    <a:pt x="13858" y="76"/>
                  </a:cubicBezTo>
                  <a:cubicBezTo>
                    <a:pt x="13858" y="76"/>
                    <a:pt x="13582" y="24"/>
                    <a:pt x="13215" y="24"/>
                  </a:cubicBezTo>
                  <a:cubicBezTo>
                    <a:pt x="12999" y="24"/>
                    <a:pt x="12750" y="42"/>
                    <a:pt x="12509" y="100"/>
                  </a:cubicBezTo>
                  <a:cubicBezTo>
                    <a:pt x="11845" y="269"/>
                    <a:pt x="11496" y="690"/>
                    <a:pt x="11363" y="1462"/>
                  </a:cubicBezTo>
                  <a:cubicBezTo>
                    <a:pt x="11231" y="2221"/>
                    <a:pt x="10749" y="3173"/>
                    <a:pt x="11074" y="3896"/>
                  </a:cubicBezTo>
                  <a:cubicBezTo>
                    <a:pt x="11387" y="4607"/>
                    <a:pt x="11677" y="5162"/>
                    <a:pt x="11713" y="5752"/>
                  </a:cubicBezTo>
                  <a:cubicBezTo>
                    <a:pt x="11737" y="6330"/>
                    <a:pt x="11653" y="7342"/>
                    <a:pt x="11628" y="7415"/>
                  </a:cubicBezTo>
                  <a:cubicBezTo>
                    <a:pt x="11604" y="7499"/>
                    <a:pt x="11448" y="7740"/>
                    <a:pt x="11448" y="7740"/>
                  </a:cubicBezTo>
                  <a:cubicBezTo>
                    <a:pt x="11448" y="7740"/>
                    <a:pt x="11419" y="7943"/>
                    <a:pt x="10960" y="7943"/>
                  </a:cubicBezTo>
                  <a:cubicBezTo>
                    <a:pt x="10756" y="7943"/>
                    <a:pt x="10469" y="7903"/>
                    <a:pt x="10062" y="7789"/>
                  </a:cubicBezTo>
                  <a:cubicBezTo>
                    <a:pt x="9501" y="7630"/>
                    <a:pt x="8875" y="7558"/>
                    <a:pt x="8207" y="7558"/>
                  </a:cubicBezTo>
                  <a:cubicBezTo>
                    <a:pt x="7297" y="7558"/>
                    <a:pt x="6310" y="7692"/>
                    <a:pt x="5302" y="7921"/>
                  </a:cubicBezTo>
                  <a:cubicBezTo>
                    <a:pt x="3555" y="8319"/>
                    <a:pt x="2627" y="8632"/>
                    <a:pt x="2542" y="9222"/>
                  </a:cubicBezTo>
                  <a:cubicBezTo>
                    <a:pt x="2459" y="9800"/>
                    <a:pt x="2459" y="13404"/>
                    <a:pt x="2627" y="14465"/>
                  </a:cubicBezTo>
                  <a:cubicBezTo>
                    <a:pt x="2783" y="15525"/>
                    <a:pt x="2567" y="16609"/>
                    <a:pt x="2567" y="16609"/>
                  </a:cubicBezTo>
                  <a:cubicBezTo>
                    <a:pt x="2567" y="16609"/>
                    <a:pt x="1904" y="17092"/>
                    <a:pt x="1169" y="17381"/>
                  </a:cubicBezTo>
                  <a:cubicBezTo>
                    <a:pt x="422" y="17670"/>
                    <a:pt x="0" y="17826"/>
                    <a:pt x="132" y="18091"/>
                  </a:cubicBezTo>
                  <a:cubicBezTo>
                    <a:pt x="265" y="18356"/>
                    <a:pt x="772" y="18405"/>
                    <a:pt x="1398" y="18405"/>
                  </a:cubicBezTo>
                  <a:cubicBezTo>
                    <a:pt x="2036" y="18405"/>
                    <a:pt x="2916" y="18356"/>
                    <a:pt x="2916" y="18356"/>
                  </a:cubicBezTo>
                  <a:lnTo>
                    <a:pt x="2916" y="18356"/>
                  </a:lnTo>
                  <a:lnTo>
                    <a:pt x="1591" y="19200"/>
                  </a:lnTo>
                  <a:cubicBezTo>
                    <a:pt x="1061" y="19550"/>
                    <a:pt x="555" y="19634"/>
                    <a:pt x="796" y="19995"/>
                  </a:cubicBezTo>
                  <a:cubicBezTo>
                    <a:pt x="948" y="20232"/>
                    <a:pt x="1913" y="20275"/>
                    <a:pt x="2743" y="20275"/>
                  </a:cubicBezTo>
                  <a:cubicBezTo>
                    <a:pt x="3227" y="20275"/>
                    <a:pt x="3664" y="20260"/>
                    <a:pt x="3868" y="20260"/>
                  </a:cubicBezTo>
                  <a:cubicBezTo>
                    <a:pt x="4422" y="20260"/>
                    <a:pt x="5061" y="20056"/>
                    <a:pt x="5110" y="19815"/>
                  </a:cubicBezTo>
                  <a:cubicBezTo>
                    <a:pt x="5169" y="19574"/>
                    <a:pt x="4953" y="18754"/>
                    <a:pt x="4953" y="18441"/>
                  </a:cubicBezTo>
                  <a:cubicBezTo>
                    <a:pt x="4953" y="18115"/>
                    <a:pt x="4869" y="16717"/>
                    <a:pt x="5194" y="16079"/>
                  </a:cubicBezTo>
                  <a:cubicBezTo>
                    <a:pt x="5507" y="15440"/>
                    <a:pt x="5989" y="13584"/>
                    <a:pt x="5965" y="12874"/>
                  </a:cubicBezTo>
                  <a:cubicBezTo>
                    <a:pt x="5929" y="12162"/>
                    <a:pt x="5881" y="11705"/>
                    <a:pt x="5881" y="11704"/>
                  </a:cubicBezTo>
                  <a:lnTo>
                    <a:pt x="5881" y="11704"/>
                  </a:lnTo>
                  <a:cubicBezTo>
                    <a:pt x="5881" y="11705"/>
                    <a:pt x="8929" y="12127"/>
                    <a:pt x="10123" y="12561"/>
                  </a:cubicBezTo>
                  <a:cubicBezTo>
                    <a:pt x="10851" y="12818"/>
                    <a:pt x="12117" y="13044"/>
                    <a:pt x="13279" y="13044"/>
                  </a:cubicBezTo>
                  <a:cubicBezTo>
                    <a:pt x="14021" y="13044"/>
                    <a:pt x="14720" y="12951"/>
                    <a:pt x="15208" y="12717"/>
                  </a:cubicBezTo>
                  <a:cubicBezTo>
                    <a:pt x="16449" y="12103"/>
                    <a:pt x="16955" y="11367"/>
                    <a:pt x="16762" y="10307"/>
                  </a:cubicBezTo>
                  <a:cubicBezTo>
                    <a:pt x="16582" y="9246"/>
                    <a:pt x="16076" y="8560"/>
                    <a:pt x="16208" y="7307"/>
                  </a:cubicBezTo>
                  <a:cubicBezTo>
                    <a:pt x="16341" y="6065"/>
                    <a:pt x="16341" y="4848"/>
                    <a:pt x="16666" y="4233"/>
                  </a:cubicBezTo>
                  <a:cubicBezTo>
                    <a:pt x="16979" y="3631"/>
                    <a:pt x="17690" y="2546"/>
                    <a:pt x="17642" y="1823"/>
                  </a:cubicBezTo>
                  <a:cubicBezTo>
                    <a:pt x="17594" y="1113"/>
                    <a:pt x="16268" y="401"/>
                    <a:pt x="15605" y="136"/>
                  </a:cubicBezTo>
                  <a:cubicBezTo>
                    <a:pt x="15345" y="32"/>
                    <a:pt x="15021" y="0"/>
                    <a:pt x="14722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57"/>
            <p:cNvSpPr/>
            <p:nvPr/>
          </p:nvSpPr>
          <p:spPr>
            <a:xfrm flipH="1">
              <a:off x="3436369" y="2614034"/>
              <a:ext cx="370216" cy="955561"/>
            </a:xfrm>
            <a:custGeom>
              <a:avLst/>
              <a:gdLst/>
              <a:ahLst/>
              <a:cxnLst/>
              <a:rect l="l" t="t" r="r" b="b"/>
              <a:pathLst>
                <a:path w="3712" h="9581" extrusionOk="0">
                  <a:moveTo>
                    <a:pt x="2772" y="1"/>
                  </a:moveTo>
                  <a:cubicBezTo>
                    <a:pt x="2639" y="121"/>
                    <a:pt x="2567" y="242"/>
                    <a:pt x="2542" y="398"/>
                  </a:cubicBezTo>
                  <a:cubicBezTo>
                    <a:pt x="2459" y="976"/>
                    <a:pt x="2459" y="4580"/>
                    <a:pt x="2627" y="5641"/>
                  </a:cubicBezTo>
                  <a:cubicBezTo>
                    <a:pt x="2783" y="6701"/>
                    <a:pt x="2567" y="7785"/>
                    <a:pt x="2567" y="7785"/>
                  </a:cubicBezTo>
                  <a:cubicBezTo>
                    <a:pt x="2567" y="7785"/>
                    <a:pt x="1904" y="8268"/>
                    <a:pt x="1169" y="8557"/>
                  </a:cubicBezTo>
                  <a:cubicBezTo>
                    <a:pt x="422" y="8846"/>
                    <a:pt x="0" y="9002"/>
                    <a:pt x="132" y="9267"/>
                  </a:cubicBezTo>
                  <a:cubicBezTo>
                    <a:pt x="265" y="9532"/>
                    <a:pt x="772" y="9581"/>
                    <a:pt x="1398" y="9581"/>
                  </a:cubicBezTo>
                  <a:cubicBezTo>
                    <a:pt x="1940" y="9581"/>
                    <a:pt x="2651" y="9545"/>
                    <a:pt x="2856" y="9532"/>
                  </a:cubicBezTo>
                  <a:cubicBezTo>
                    <a:pt x="2976" y="9497"/>
                    <a:pt x="3230" y="9412"/>
                    <a:pt x="3230" y="9352"/>
                  </a:cubicBezTo>
                  <a:cubicBezTo>
                    <a:pt x="3230" y="9267"/>
                    <a:pt x="3447" y="7363"/>
                    <a:pt x="3471" y="5507"/>
                  </a:cubicBezTo>
                  <a:cubicBezTo>
                    <a:pt x="3495" y="3652"/>
                    <a:pt x="3712" y="1507"/>
                    <a:pt x="3712" y="1507"/>
                  </a:cubicBezTo>
                  <a:lnTo>
                    <a:pt x="3471" y="555"/>
                  </a:lnTo>
                  <a:cubicBezTo>
                    <a:pt x="3471" y="555"/>
                    <a:pt x="3121" y="218"/>
                    <a:pt x="2772" y="1"/>
                  </a:cubicBezTo>
                  <a:close/>
                </a:path>
              </a:pathLst>
            </a:custGeom>
            <a:solidFill>
              <a:srgbClr val="E3A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57"/>
            <p:cNvSpPr/>
            <p:nvPr/>
          </p:nvSpPr>
          <p:spPr>
            <a:xfrm flipH="1">
              <a:off x="3478458" y="3390467"/>
              <a:ext cx="328128" cy="179124"/>
            </a:xfrm>
            <a:custGeom>
              <a:avLst/>
              <a:gdLst/>
              <a:ahLst/>
              <a:cxnLst/>
              <a:rect l="l" t="t" r="r" b="b"/>
              <a:pathLst>
                <a:path w="3290" h="1796" extrusionOk="0">
                  <a:moveTo>
                    <a:pt x="2567" y="0"/>
                  </a:moveTo>
                  <a:cubicBezTo>
                    <a:pt x="2567" y="0"/>
                    <a:pt x="1904" y="483"/>
                    <a:pt x="1169" y="772"/>
                  </a:cubicBezTo>
                  <a:cubicBezTo>
                    <a:pt x="422" y="1061"/>
                    <a:pt x="0" y="1217"/>
                    <a:pt x="132" y="1482"/>
                  </a:cubicBezTo>
                  <a:cubicBezTo>
                    <a:pt x="265" y="1747"/>
                    <a:pt x="772" y="1796"/>
                    <a:pt x="1398" y="1796"/>
                  </a:cubicBezTo>
                  <a:cubicBezTo>
                    <a:pt x="1940" y="1796"/>
                    <a:pt x="2651" y="1760"/>
                    <a:pt x="2856" y="1747"/>
                  </a:cubicBezTo>
                  <a:cubicBezTo>
                    <a:pt x="2976" y="1712"/>
                    <a:pt x="3230" y="1627"/>
                    <a:pt x="3230" y="1567"/>
                  </a:cubicBezTo>
                  <a:cubicBezTo>
                    <a:pt x="3230" y="1530"/>
                    <a:pt x="3254" y="1278"/>
                    <a:pt x="3290" y="880"/>
                  </a:cubicBezTo>
                  <a:lnTo>
                    <a:pt x="3182" y="880"/>
                  </a:lnTo>
                  <a:cubicBezTo>
                    <a:pt x="3182" y="880"/>
                    <a:pt x="3097" y="687"/>
                    <a:pt x="2965" y="349"/>
                  </a:cubicBezTo>
                  <a:cubicBezTo>
                    <a:pt x="2832" y="0"/>
                    <a:pt x="2567" y="0"/>
                    <a:pt x="25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57"/>
            <p:cNvSpPr/>
            <p:nvPr/>
          </p:nvSpPr>
          <p:spPr>
            <a:xfrm flipH="1">
              <a:off x="2115579" y="2444586"/>
              <a:ext cx="1438677" cy="590331"/>
            </a:xfrm>
            <a:custGeom>
              <a:avLst/>
              <a:gdLst/>
              <a:ahLst/>
              <a:cxnLst/>
              <a:rect l="l" t="t" r="r" b="b"/>
              <a:pathLst>
                <a:path w="14425" h="5919" extrusionOk="0">
                  <a:moveTo>
                    <a:pt x="9135" y="0"/>
                  </a:moveTo>
                  <a:cubicBezTo>
                    <a:pt x="9123" y="157"/>
                    <a:pt x="9111" y="265"/>
                    <a:pt x="9098" y="290"/>
                  </a:cubicBezTo>
                  <a:cubicBezTo>
                    <a:pt x="9074" y="374"/>
                    <a:pt x="8918" y="615"/>
                    <a:pt x="8918" y="615"/>
                  </a:cubicBezTo>
                  <a:cubicBezTo>
                    <a:pt x="8918" y="615"/>
                    <a:pt x="8889" y="818"/>
                    <a:pt x="8430" y="818"/>
                  </a:cubicBezTo>
                  <a:cubicBezTo>
                    <a:pt x="8226" y="818"/>
                    <a:pt x="7939" y="778"/>
                    <a:pt x="7532" y="664"/>
                  </a:cubicBezTo>
                  <a:cubicBezTo>
                    <a:pt x="6971" y="505"/>
                    <a:pt x="6345" y="433"/>
                    <a:pt x="5677" y="433"/>
                  </a:cubicBezTo>
                  <a:cubicBezTo>
                    <a:pt x="4767" y="433"/>
                    <a:pt x="3780" y="567"/>
                    <a:pt x="2772" y="796"/>
                  </a:cubicBezTo>
                  <a:cubicBezTo>
                    <a:pt x="1025" y="1194"/>
                    <a:pt x="97" y="1507"/>
                    <a:pt x="12" y="2097"/>
                  </a:cubicBezTo>
                  <a:cubicBezTo>
                    <a:pt x="12" y="2121"/>
                    <a:pt x="1" y="2158"/>
                    <a:pt x="1" y="2193"/>
                  </a:cubicBezTo>
                  <a:cubicBezTo>
                    <a:pt x="97" y="2327"/>
                    <a:pt x="205" y="2483"/>
                    <a:pt x="326" y="2627"/>
                  </a:cubicBezTo>
                  <a:cubicBezTo>
                    <a:pt x="700" y="3050"/>
                    <a:pt x="1182" y="3206"/>
                    <a:pt x="1182" y="3206"/>
                  </a:cubicBezTo>
                  <a:cubicBezTo>
                    <a:pt x="1254" y="3580"/>
                    <a:pt x="1760" y="4737"/>
                    <a:pt x="2507" y="4737"/>
                  </a:cubicBezTo>
                  <a:cubicBezTo>
                    <a:pt x="3242" y="4737"/>
                    <a:pt x="3351" y="4579"/>
                    <a:pt x="3351" y="4579"/>
                  </a:cubicBezTo>
                  <a:cubicBezTo>
                    <a:pt x="3351" y="4579"/>
                    <a:pt x="6399" y="5002"/>
                    <a:pt x="7593" y="5436"/>
                  </a:cubicBezTo>
                  <a:cubicBezTo>
                    <a:pt x="8321" y="5693"/>
                    <a:pt x="9587" y="5919"/>
                    <a:pt x="10749" y="5919"/>
                  </a:cubicBezTo>
                  <a:cubicBezTo>
                    <a:pt x="11491" y="5919"/>
                    <a:pt x="12190" y="5826"/>
                    <a:pt x="12678" y="5592"/>
                  </a:cubicBezTo>
                  <a:cubicBezTo>
                    <a:pt x="13919" y="4978"/>
                    <a:pt x="14425" y="4242"/>
                    <a:pt x="14232" y="3182"/>
                  </a:cubicBezTo>
                  <a:cubicBezTo>
                    <a:pt x="14160" y="2736"/>
                    <a:pt x="14028" y="2362"/>
                    <a:pt x="13907" y="1977"/>
                  </a:cubicBezTo>
                  <a:cubicBezTo>
                    <a:pt x="13748" y="1986"/>
                    <a:pt x="13569" y="1992"/>
                    <a:pt x="13379" y="1992"/>
                  </a:cubicBezTo>
                  <a:cubicBezTo>
                    <a:pt x="12604" y="1992"/>
                    <a:pt x="11625" y="1889"/>
                    <a:pt x="10870" y="1483"/>
                  </a:cubicBezTo>
                  <a:cubicBezTo>
                    <a:pt x="9942" y="977"/>
                    <a:pt x="9400" y="374"/>
                    <a:pt x="91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57"/>
            <p:cNvSpPr/>
            <p:nvPr/>
          </p:nvSpPr>
          <p:spPr>
            <a:xfrm flipH="1">
              <a:off x="2476121" y="2392923"/>
              <a:ext cx="1080529" cy="371413"/>
            </a:xfrm>
            <a:custGeom>
              <a:avLst/>
              <a:gdLst/>
              <a:ahLst/>
              <a:cxnLst/>
              <a:rect l="l" t="t" r="r" b="b"/>
              <a:pathLst>
                <a:path w="10834" h="3724" extrusionOk="0">
                  <a:moveTo>
                    <a:pt x="9195" y="1"/>
                  </a:moveTo>
                  <a:cubicBezTo>
                    <a:pt x="9171" y="410"/>
                    <a:pt x="9135" y="759"/>
                    <a:pt x="9122" y="808"/>
                  </a:cubicBezTo>
                  <a:cubicBezTo>
                    <a:pt x="9098" y="892"/>
                    <a:pt x="8942" y="1133"/>
                    <a:pt x="8942" y="1133"/>
                  </a:cubicBezTo>
                  <a:cubicBezTo>
                    <a:pt x="8942" y="1133"/>
                    <a:pt x="8913" y="1336"/>
                    <a:pt x="8454" y="1336"/>
                  </a:cubicBezTo>
                  <a:cubicBezTo>
                    <a:pt x="8250" y="1336"/>
                    <a:pt x="7963" y="1296"/>
                    <a:pt x="7556" y="1182"/>
                  </a:cubicBezTo>
                  <a:cubicBezTo>
                    <a:pt x="6995" y="1023"/>
                    <a:pt x="6369" y="951"/>
                    <a:pt x="5701" y="951"/>
                  </a:cubicBezTo>
                  <a:cubicBezTo>
                    <a:pt x="4791" y="951"/>
                    <a:pt x="3804" y="1085"/>
                    <a:pt x="2796" y="1314"/>
                  </a:cubicBezTo>
                  <a:cubicBezTo>
                    <a:pt x="1049" y="1712"/>
                    <a:pt x="121" y="2025"/>
                    <a:pt x="36" y="2615"/>
                  </a:cubicBezTo>
                  <a:cubicBezTo>
                    <a:pt x="25" y="2724"/>
                    <a:pt x="12" y="2965"/>
                    <a:pt x="1" y="3278"/>
                  </a:cubicBezTo>
                  <a:cubicBezTo>
                    <a:pt x="350" y="3519"/>
                    <a:pt x="772" y="3724"/>
                    <a:pt x="1206" y="3724"/>
                  </a:cubicBezTo>
                  <a:cubicBezTo>
                    <a:pt x="1206" y="3724"/>
                    <a:pt x="1736" y="2663"/>
                    <a:pt x="3073" y="2663"/>
                  </a:cubicBezTo>
                  <a:cubicBezTo>
                    <a:pt x="4411" y="2663"/>
                    <a:pt x="10075" y="2772"/>
                    <a:pt x="10075" y="2772"/>
                  </a:cubicBezTo>
                  <a:lnTo>
                    <a:pt x="10834" y="1049"/>
                  </a:lnTo>
                  <a:cubicBezTo>
                    <a:pt x="10834" y="1049"/>
                    <a:pt x="9942" y="410"/>
                    <a:pt x="91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57"/>
            <p:cNvSpPr/>
            <p:nvPr/>
          </p:nvSpPr>
          <p:spPr>
            <a:xfrm flipH="1">
              <a:off x="1971363" y="1733978"/>
              <a:ext cx="763172" cy="1041233"/>
            </a:xfrm>
            <a:custGeom>
              <a:avLst/>
              <a:gdLst/>
              <a:ahLst/>
              <a:cxnLst/>
              <a:rect l="l" t="t" r="r" b="b"/>
              <a:pathLst>
                <a:path w="7652" h="10440" extrusionOk="0">
                  <a:moveTo>
                    <a:pt x="3973" y="0"/>
                  </a:moveTo>
                  <a:cubicBezTo>
                    <a:pt x="3510" y="0"/>
                    <a:pt x="3109" y="76"/>
                    <a:pt x="3109" y="76"/>
                  </a:cubicBezTo>
                  <a:cubicBezTo>
                    <a:pt x="3109" y="76"/>
                    <a:pt x="2833" y="24"/>
                    <a:pt x="2466" y="24"/>
                  </a:cubicBezTo>
                  <a:cubicBezTo>
                    <a:pt x="2250" y="24"/>
                    <a:pt x="2001" y="42"/>
                    <a:pt x="1760" y="100"/>
                  </a:cubicBezTo>
                  <a:cubicBezTo>
                    <a:pt x="1096" y="269"/>
                    <a:pt x="747" y="690"/>
                    <a:pt x="614" y="1462"/>
                  </a:cubicBezTo>
                  <a:cubicBezTo>
                    <a:pt x="482" y="2221"/>
                    <a:pt x="0" y="3173"/>
                    <a:pt x="325" y="3896"/>
                  </a:cubicBezTo>
                  <a:cubicBezTo>
                    <a:pt x="638" y="4607"/>
                    <a:pt x="928" y="5162"/>
                    <a:pt x="964" y="5752"/>
                  </a:cubicBezTo>
                  <a:cubicBezTo>
                    <a:pt x="988" y="6330"/>
                    <a:pt x="904" y="7342"/>
                    <a:pt x="879" y="7415"/>
                  </a:cubicBezTo>
                  <a:cubicBezTo>
                    <a:pt x="855" y="7499"/>
                    <a:pt x="699" y="7740"/>
                    <a:pt x="699" y="7740"/>
                  </a:cubicBezTo>
                  <a:lnTo>
                    <a:pt x="687" y="7740"/>
                  </a:lnTo>
                  <a:cubicBezTo>
                    <a:pt x="892" y="8150"/>
                    <a:pt x="1337" y="9005"/>
                    <a:pt x="1832" y="9379"/>
                  </a:cubicBezTo>
                  <a:cubicBezTo>
                    <a:pt x="1832" y="9379"/>
                    <a:pt x="2579" y="9379"/>
                    <a:pt x="3109" y="9849"/>
                  </a:cubicBezTo>
                  <a:cubicBezTo>
                    <a:pt x="3640" y="10331"/>
                    <a:pt x="4302" y="10440"/>
                    <a:pt x="5013" y="10440"/>
                  </a:cubicBezTo>
                  <a:cubicBezTo>
                    <a:pt x="5327" y="10440"/>
                    <a:pt x="5688" y="10355"/>
                    <a:pt x="6013" y="10258"/>
                  </a:cubicBezTo>
                  <a:cubicBezTo>
                    <a:pt x="5833" y="9318"/>
                    <a:pt x="5410" y="8656"/>
                    <a:pt x="5447" y="7620"/>
                  </a:cubicBezTo>
                  <a:cubicBezTo>
                    <a:pt x="5459" y="7596"/>
                    <a:pt x="5471" y="7572"/>
                    <a:pt x="5471" y="7559"/>
                  </a:cubicBezTo>
                  <a:cubicBezTo>
                    <a:pt x="5543" y="7258"/>
                    <a:pt x="6893" y="5703"/>
                    <a:pt x="7025" y="5173"/>
                  </a:cubicBezTo>
                  <a:cubicBezTo>
                    <a:pt x="7158" y="4631"/>
                    <a:pt x="7652" y="2980"/>
                    <a:pt x="7206" y="2040"/>
                  </a:cubicBezTo>
                  <a:cubicBezTo>
                    <a:pt x="6760" y="1100"/>
                    <a:pt x="6194" y="872"/>
                    <a:pt x="6194" y="872"/>
                  </a:cubicBezTo>
                  <a:lnTo>
                    <a:pt x="6194" y="883"/>
                  </a:lnTo>
                  <a:cubicBezTo>
                    <a:pt x="5748" y="546"/>
                    <a:pt x="5206" y="269"/>
                    <a:pt x="4856" y="136"/>
                  </a:cubicBezTo>
                  <a:cubicBezTo>
                    <a:pt x="4596" y="32"/>
                    <a:pt x="4272" y="0"/>
                    <a:pt x="39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57"/>
            <p:cNvSpPr/>
            <p:nvPr/>
          </p:nvSpPr>
          <p:spPr>
            <a:xfrm flipH="1">
              <a:off x="2129942" y="1153324"/>
              <a:ext cx="494087" cy="923446"/>
            </a:xfrm>
            <a:custGeom>
              <a:avLst/>
              <a:gdLst/>
              <a:ahLst/>
              <a:cxnLst/>
              <a:rect l="l" t="t" r="r" b="b"/>
              <a:pathLst>
                <a:path w="4954" h="9259" extrusionOk="0">
                  <a:moveTo>
                    <a:pt x="2927" y="1"/>
                  </a:moveTo>
                  <a:cubicBezTo>
                    <a:pt x="2152" y="1"/>
                    <a:pt x="1359" y="359"/>
                    <a:pt x="1061" y="717"/>
                  </a:cubicBezTo>
                  <a:cubicBezTo>
                    <a:pt x="639" y="1210"/>
                    <a:pt x="687" y="2198"/>
                    <a:pt x="579" y="2404"/>
                  </a:cubicBezTo>
                  <a:cubicBezTo>
                    <a:pt x="483" y="2621"/>
                    <a:pt x="1" y="2958"/>
                    <a:pt x="49" y="3090"/>
                  </a:cubicBezTo>
                  <a:cubicBezTo>
                    <a:pt x="109" y="3223"/>
                    <a:pt x="446" y="3416"/>
                    <a:pt x="446" y="3416"/>
                  </a:cubicBezTo>
                  <a:cubicBezTo>
                    <a:pt x="446" y="3416"/>
                    <a:pt x="579" y="3994"/>
                    <a:pt x="639" y="4235"/>
                  </a:cubicBezTo>
                  <a:cubicBezTo>
                    <a:pt x="687" y="4476"/>
                    <a:pt x="844" y="4790"/>
                    <a:pt x="1037" y="4790"/>
                  </a:cubicBezTo>
                  <a:cubicBezTo>
                    <a:pt x="1218" y="4790"/>
                    <a:pt x="1784" y="4669"/>
                    <a:pt x="1784" y="4669"/>
                  </a:cubicBezTo>
                  <a:lnTo>
                    <a:pt x="1784" y="4669"/>
                  </a:lnTo>
                  <a:cubicBezTo>
                    <a:pt x="1784" y="4669"/>
                    <a:pt x="1833" y="5489"/>
                    <a:pt x="1675" y="5826"/>
                  </a:cubicBezTo>
                  <a:cubicBezTo>
                    <a:pt x="1471" y="6271"/>
                    <a:pt x="387" y="8971"/>
                    <a:pt x="856" y="9236"/>
                  </a:cubicBezTo>
                  <a:cubicBezTo>
                    <a:pt x="885" y="9251"/>
                    <a:pt x="919" y="9259"/>
                    <a:pt x="958" y="9259"/>
                  </a:cubicBezTo>
                  <a:cubicBezTo>
                    <a:pt x="1572" y="9259"/>
                    <a:pt x="3385" y="7389"/>
                    <a:pt x="3929" y="6959"/>
                  </a:cubicBezTo>
                  <a:cubicBezTo>
                    <a:pt x="4508" y="6512"/>
                    <a:pt x="3748" y="5958"/>
                    <a:pt x="3748" y="5958"/>
                  </a:cubicBezTo>
                  <a:cubicBezTo>
                    <a:pt x="3748" y="5958"/>
                    <a:pt x="3483" y="5946"/>
                    <a:pt x="3592" y="5283"/>
                  </a:cubicBezTo>
                  <a:cubicBezTo>
                    <a:pt x="3700" y="4621"/>
                    <a:pt x="4074" y="4308"/>
                    <a:pt x="4074" y="4308"/>
                  </a:cubicBezTo>
                  <a:cubicBezTo>
                    <a:pt x="4074" y="4308"/>
                    <a:pt x="4736" y="3283"/>
                    <a:pt x="4845" y="2404"/>
                  </a:cubicBezTo>
                  <a:cubicBezTo>
                    <a:pt x="4953" y="1536"/>
                    <a:pt x="4797" y="717"/>
                    <a:pt x="3845" y="210"/>
                  </a:cubicBezTo>
                  <a:cubicBezTo>
                    <a:pt x="3566" y="62"/>
                    <a:pt x="3248" y="1"/>
                    <a:pt x="2927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57"/>
            <p:cNvSpPr/>
            <p:nvPr/>
          </p:nvSpPr>
          <p:spPr>
            <a:xfrm flipH="1">
              <a:off x="3292153" y="3546751"/>
              <a:ext cx="459180" cy="209443"/>
            </a:xfrm>
            <a:custGeom>
              <a:avLst/>
              <a:gdLst/>
              <a:ahLst/>
              <a:cxnLst/>
              <a:rect l="l" t="t" r="r" b="b"/>
              <a:pathLst>
                <a:path w="4604" h="2100" extrusionOk="0">
                  <a:moveTo>
                    <a:pt x="2676" y="0"/>
                  </a:moveTo>
                  <a:lnTo>
                    <a:pt x="2242" y="193"/>
                  </a:lnTo>
                  <a:cubicBezTo>
                    <a:pt x="2314" y="180"/>
                    <a:pt x="2362" y="180"/>
                    <a:pt x="2362" y="180"/>
                  </a:cubicBezTo>
                  <a:lnTo>
                    <a:pt x="2362" y="180"/>
                  </a:lnTo>
                  <a:lnTo>
                    <a:pt x="1037" y="1024"/>
                  </a:lnTo>
                  <a:cubicBezTo>
                    <a:pt x="507" y="1374"/>
                    <a:pt x="1" y="1458"/>
                    <a:pt x="242" y="1819"/>
                  </a:cubicBezTo>
                  <a:cubicBezTo>
                    <a:pt x="394" y="2056"/>
                    <a:pt x="1359" y="2099"/>
                    <a:pt x="2189" y="2099"/>
                  </a:cubicBezTo>
                  <a:cubicBezTo>
                    <a:pt x="2673" y="2099"/>
                    <a:pt x="3110" y="2084"/>
                    <a:pt x="3314" y="2084"/>
                  </a:cubicBezTo>
                  <a:cubicBezTo>
                    <a:pt x="3868" y="2084"/>
                    <a:pt x="4507" y="1880"/>
                    <a:pt x="4556" y="1639"/>
                  </a:cubicBezTo>
                  <a:cubicBezTo>
                    <a:pt x="4604" y="1446"/>
                    <a:pt x="4471" y="892"/>
                    <a:pt x="4423" y="506"/>
                  </a:cubicBezTo>
                  <a:cubicBezTo>
                    <a:pt x="4326" y="542"/>
                    <a:pt x="4206" y="566"/>
                    <a:pt x="4085" y="578"/>
                  </a:cubicBezTo>
                  <a:cubicBezTo>
                    <a:pt x="4046" y="581"/>
                    <a:pt x="4006" y="582"/>
                    <a:pt x="3965" y="582"/>
                  </a:cubicBezTo>
                  <a:cubicBezTo>
                    <a:pt x="3601" y="582"/>
                    <a:pt x="3230" y="494"/>
                    <a:pt x="3230" y="494"/>
                  </a:cubicBezTo>
                  <a:cubicBezTo>
                    <a:pt x="3230" y="494"/>
                    <a:pt x="3230" y="362"/>
                    <a:pt x="3158" y="180"/>
                  </a:cubicBezTo>
                  <a:cubicBezTo>
                    <a:pt x="3073" y="0"/>
                    <a:pt x="2676" y="0"/>
                    <a:pt x="26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57"/>
            <p:cNvSpPr/>
            <p:nvPr/>
          </p:nvSpPr>
          <p:spPr>
            <a:xfrm flipH="1">
              <a:off x="2096331" y="1153224"/>
              <a:ext cx="394252" cy="429858"/>
            </a:xfrm>
            <a:custGeom>
              <a:avLst/>
              <a:gdLst/>
              <a:ahLst/>
              <a:cxnLst/>
              <a:rect l="l" t="t" r="r" b="b"/>
              <a:pathLst>
                <a:path w="3953" h="4310" extrusionOk="0">
                  <a:moveTo>
                    <a:pt x="1578" y="1"/>
                  </a:moveTo>
                  <a:cubicBezTo>
                    <a:pt x="984" y="1"/>
                    <a:pt x="383" y="211"/>
                    <a:pt x="0" y="477"/>
                  </a:cubicBezTo>
                  <a:cubicBezTo>
                    <a:pt x="96" y="488"/>
                    <a:pt x="205" y="536"/>
                    <a:pt x="302" y="645"/>
                  </a:cubicBezTo>
                  <a:cubicBezTo>
                    <a:pt x="687" y="1067"/>
                    <a:pt x="482" y="1826"/>
                    <a:pt x="832" y="2175"/>
                  </a:cubicBezTo>
                  <a:cubicBezTo>
                    <a:pt x="1057" y="2401"/>
                    <a:pt x="1207" y="2441"/>
                    <a:pt x="1285" y="2441"/>
                  </a:cubicBezTo>
                  <a:cubicBezTo>
                    <a:pt x="1328" y="2441"/>
                    <a:pt x="1350" y="2429"/>
                    <a:pt x="1350" y="2429"/>
                  </a:cubicBezTo>
                  <a:cubicBezTo>
                    <a:pt x="1350" y="2429"/>
                    <a:pt x="1521" y="2145"/>
                    <a:pt x="1685" y="2145"/>
                  </a:cubicBezTo>
                  <a:cubicBezTo>
                    <a:pt x="1767" y="2145"/>
                    <a:pt x="1848" y="2216"/>
                    <a:pt x="1904" y="2429"/>
                  </a:cubicBezTo>
                  <a:cubicBezTo>
                    <a:pt x="2085" y="3055"/>
                    <a:pt x="1844" y="3332"/>
                    <a:pt x="1663" y="3404"/>
                  </a:cubicBezTo>
                  <a:cubicBezTo>
                    <a:pt x="1494" y="3465"/>
                    <a:pt x="1277" y="3501"/>
                    <a:pt x="1277" y="3501"/>
                  </a:cubicBezTo>
                  <a:cubicBezTo>
                    <a:pt x="1277" y="3501"/>
                    <a:pt x="2191" y="4309"/>
                    <a:pt x="2714" y="4309"/>
                  </a:cubicBezTo>
                  <a:cubicBezTo>
                    <a:pt x="2721" y="4309"/>
                    <a:pt x="2729" y="4309"/>
                    <a:pt x="2736" y="4309"/>
                  </a:cubicBezTo>
                  <a:cubicBezTo>
                    <a:pt x="2736" y="4309"/>
                    <a:pt x="3748" y="3465"/>
                    <a:pt x="3856" y="2597"/>
                  </a:cubicBezTo>
                  <a:cubicBezTo>
                    <a:pt x="3953" y="1717"/>
                    <a:pt x="3459" y="718"/>
                    <a:pt x="2507" y="211"/>
                  </a:cubicBezTo>
                  <a:cubicBezTo>
                    <a:pt x="2223" y="63"/>
                    <a:pt x="1901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57"/>
            <p:cNvSpPr/>
            <p:nvPr/>
          </p:nvSpPr>
          <p:spPr>
            <a:xfrm flipH="1">
              <a:off x="2918346" y="1615294"/>
              <a:ext cx="210441" cy="251332"/>
            </a:xfrm>
            <a:custGeom>
              <a:avLst/>
              <a:gdLst/>
              <a:ahLst/>
              <a:cxnLst/>
              <a:rect l="l" t="t" r="r" b="b"/>
              <a:pathLst>
                <a:path w="2110" h="2520" extrusionOk="0">
                  <a:moveTo>
                    <a:pt x="1940" y="0"/>
                  </a:moveTo>
                  <a:lnTo>
                    <a:pt x="603" y="85"/>
                  </a:lnTo>
                  <a:lnTo>
                    <a:pt x="1" y="1290"/>
                  </a:lnTo>
                  <a:lnTo>
                    <a:pt x="748" y="2411"/>
                  </a:lnTo>
                  <a:lnTo>
                    <a:pt x="917" y="2519"/>
                  </a:lnTo>
                  <a:lnTo>
                    <a:pt x="2109" y="109"/>
                  </a:lnTo>
                  <a:lnTo>
                    <a:pt x="1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57"/>
            <p:cNvSpPr/>
            <p:nvPr/>
          </p:nvSpPr>
          <p:spPr>
            <a:xfrm flipH="1">
              <a:off x="2843844" y="1626165"/>
              <a:ext cx="268088" cy="240461"/>
            </a:xfrm>
            <a:custGeom>
              <a:avLst/>
              <a:gdLst/>
              <a:ahLst/>
              <a:cxnLst/>
              <a:rect l="l" t="t" r="r" b="b"/>
              <a:pathLst>
                <a:path w="2688" h="2411" extrusionOk="0">
                  <a:moveTo>
                    <a:pt x="1940" y="0"/>
                  </a:moveTo>
                  <a:lnTo>
                    <a:pt x="590" y="84"/>
                  </a:lnTo>
                  <a:lnTo>
                    <a:pt x="0" y="1289"/>
                  </a:lnTo>
                  <a:lnTo>
                    <a:pt x="748" y="2410"/>
                  </a:lnTo>
                  <a:lnTo>
                    <a:pt x="2085" y="2326"/>
                  </a:lnTo>
                  <a:lnTo>
                    <a:pt x="2687" y="1121"/>
                  </a:lnTo>
                  <a:lnTo>
                    <a:pt x="19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57"/>
            <p:cNvSpPr/>
            <p:nvPr/>
          </p:nvSpPr>
          <p:spPr>
            <a:xfrm flipH="1">
              <a:off x="1937653" y="1906917"/>
              <a:ext cx="272875" cy="1056992"/>
            </a:xfrm>
            <a:custGeom>
              <a:avLst/>
              <a:gdLst/>
              <a:ahLst/>
              <a:cxnLst/>
              <a:rect l="l" t="t" r="r" b="b"/>
              <a:pathLst>
                <a:path w="2736" h="10598" extrusionOk="0">
                  <a:moveTo>
                    <a:pt x="1380" y="1"/>
                  </a:moveTo>
                  <a:cubicBezTo>
                    <a:pt x="1017" y="1"/>
                    <a:pt x="603" y="228"/>
                    <a:pt x="446" y="716"/>
                  </a:cubicBezTo>
                  <a:cubicBezTo>
                    <a:pt x="169" y="1524"/>
                    <a:pt x="193" y="3090"/>
                    <a:pt x="193" y="3090"/>
                  </a:cubicBezTo>
                  <a:cubicBezTo>
                    <a:pt x="97" y="3801"/>
                    <a:pt x="36" y="5367"/>
                    <a:pt x="12" y="6320"/>
                  </a:cubicBezTo>
                  <a:cubicBezTo>
                    <a:pt x="0" y="7163"/>
                    <a:pt x="181" y="8007"/>
                    <a:pt x="579" y="8609"/>
                  </a:cubicBezTo>
                  <a:cubicBezTo>
                    <a:pt x="1145" y="9464"/>
                    <a:pt x="1422" y="10597"/>
                    <a:pt x="1591" y="10597"/>
                  </a:cubicBezTo>
                  <a:cubicBezTo>
                    <a:pt x="1771" y="10597"/>
                    <a:pt x="2687" y="10477"/>
                    <a:pt x="2687" y="10477"/>
                  </a:cubicBezTo>
                  <a:cubicBezTo>
                    <a:pt x="2687" y="10477"/>
                    <a:pt x="2735" y="10380"/>
                    <a:pt x="2398" y="9633"/>
                  </a:cubicBezTo>
                  <a:cubicBezTo>
                    <a:pt x="2277" y="9368"/>
                    <a:pt x="2073" y="8730"/>
                    <a:pt x="2073" y="8235"/>
                  </a:cubicBezTo>
                  <a:cubicBezTo>
                    <a:pt x="2073" y="7753"/>
                    <a:pt x="1519" y="6500"/>
                    <a:pt x="1519" y="6211"/>
                  </a:cubicBezTo>
                  <a:cubicBezTo>
                    <a:pt x="1519" y="6079"/>
                    <a:pt x="1699" y="3921"/>
                    <a:pt x="1916" y="2946"/>
                  </a:cubicBezTo>
                  <a:cubicBezTo>
                    <a:pt x="2229" y="1921"/>
                    <a:pt x="2205" y="801"/>
                    <a:pt x="1952" y="306"/>
                  </a:cubicBezTo>
                  <a:cubicBezTo>
                    <a:pt x="1850" y="106"/>
                    <a:pt x="1627" y="1"/>
                    <a:pt x="1380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57"/>
            <p:cNvSpPr/>
            <p:nvPr/>
          </p:nvSpPr>
          <p:spPr>
            <a:xfrm flipH="1">
              <a:off x="1904042" y="2913337"/>
              <a:ext cx="131052" cy="129855"/>
            </a:xfrm>
            <a:custGeom>
              <a:avLst/>
              <a:gdLst/>
              <a:ahLst/>
              <a:cxnLst/>
              <a:rect l="l" t="t" r="r" b="b"/>
              <a:pathLst>
                <a:path w="1314" h="1302" extrusionOk="0">
                  <a:moveTo>
                    <a:pt x="996" y="1"/>
                  </a:moveTo>
                  <a:cubicBezTo>
                    <a:pt x="797" y="1"/>
                    <a:pt x="543" y="48"/>
                    <a:pt x="398" y="48"/>
                  </a:cubicBezTo>
                  <a:cubicBezTo>
                    <a:pt x="318" y="48"/>
                    <a:pt x="246" y="44"/>
                    <a:pt x="187" y="44"/>
                  </a:cubicBezTo>
                  <a:cubicBezTo>
                    <a:pt x="68" y="44"/>
                    <a:pt x="0" y="60"/>
                    <a:pt x="25" y="157"/>
                  </a:cubicBezTo>
                  <a:cubicBezTo>
                    <a:pt x="60" y="289"/>
                    <a:pt x="542" y="326"/>
                    <a:pt x="542" y="326"/>
                  </a:cubicBezTo>
                  <a:lnTo>
                    <a:pt x="724" y="398"/>
                  </a:lnTo>
                  <a:lnTo>
                    <a:pt x="1133" y="1301"/>
                  </a:lnTo>
                  <a:cubicBezTo>
                    <a:pt x="1133" y="1301"/>
                    <a:pt x="1314" y="326"/>
                    <a:pt x="1278" y="120"/>
                  </a:cubicBezTo>
                  <a:cubicBezTo>
                    <a:pt x="1262" y="28"/>
                    <a:pt x="1145" y="1"/>
                    <a:pt x="996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57"/>
            <p:cNvSpPr/>
            <p:nvPr/>
          </p:nvSpPr>
          <p:spPr>
            <a:xfrm flipH="1">
              <a:off x="1801814" y="2974674"/>
              <a:ext cx="359545" cy="48172"/>
            </a:xfrm>
            <a:custGeom>
              <a:avLst/>
              <a:gdLst/>
              <a:ahLst/>
              <a:cxnLst/>
              <a:rect l="l" t="t" r="r" b="b"/>
              <a:pathLst>
                <a:path w="3605" h="483" extrusionOk="0">
                  <a:moveTo>
                    <a:pt x="1" y="0"/>
                  </a:moveTo>
                  <a:lnTo>
                    <a:pt x="1" y="482"/>
                  </a:lnTo>
                  <a:lnTo>
                    <a:pt x="3604" y="482"/>
                  </a:lnTo>
                  <a:lnTo>
                    <a:pt x="36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57"/>
            <p:cNvSpPr/>
            <p:nvPr/>
          </p:nvSpPr>
          <p:spPr>
            <a:xfrm flipH="1">
              <a:off x="1669665" y="2866462"/>
              <a:ext cx="157581" cy="257316"/>
            </a:xfrm>
            <a:custGeom>
              <a:avLst/>
              <a:gdLst/>
              <a:ahLst/>
              <a:cxnLst/>
              <a:rect l="l" t="t" r="r" b="b"/>
              <a:pathLst>
                <a:path w="1580" h="2580" extrusionOk="0">
                  <a:moveTo>
                    <a:pt x="1" y="0"/>
                  </a:moveTo>
                  <a:lnTo>
                    <a:pt x="1" y="2579"/>
                  </a:lnTo>
                  <a:lnTo>
                    <a:pt x="1580" y="2579"/>
                  </a:lnTo>
                  <a:lnTo>
                    <a:pt x="1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57"/>
            <p:cNvSpPr/>
            <p:nvPr/>
          </p:nvSpPr>
          <p:spPr>
            <a:xfrm flipH="1">
              <a:off x="2153978" y="2866462"/>
              <a:ext cx="156384" cy="257316"/>
            </a:xfrm>
            <a:custGeom>
              <a:avLst/>
              <a:gdLst/>
              <a:ahLst/>
              <a:cxnLst/>
              <a:rect l="l" t="t" r="r" b="b"/>
              <a:pathLst>
                <a:path w="1568" h="2580" extrusionOk="0">
                  <a:moveTo>
                    <a:pt x="1" y="0"/>
                  </a:moveTo>
                  <a:lnTo>
                    <a:pt x="1" y="2579"/>
                  </a:lnTo>
                  <a:lnTo>
                    <a:pt x="1567" y="2579"/>
                  </a:lnTo>
                  <a:lnTo>
                    <a:pt x="15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57"/>
            <p:cNvSpPr/>
            <p:nvPr/>
          </p:nvSpPr>
          <p:spPr>
            <a:xfrm flipH="1">
              <a:off x="1905239" y="2923909"/>
              <a:ext cx="189895" cy="130154"/>
            </a:xfrm>
            <a:custGeom>
              <a:avLst/>
              <a:gdLst/>
              <a:ahLst/>
              <a:cxnLst/>
              <a:rect l="l" t="t" r="r" b="b"/>
              <a:pathLst>
                <a:path w="1904" h="1305" extrusionOk="0">
                  <a:moveTo>
                    <a:pt x="273" y="1"/>
                  </a:moveTo>
                  <a:cubicBezTo>
                    <a:pt x="175" y="1"/>
                    <a:pt x="80" y="33"/>
                    <a:pt x="0" y="123"/>
                  </a:cubicBezTo>
                  <a:lnTo>
                    <a:pt x="204" y="1087"/>
                  </a:lnTo>
                  <a:cubicBezTo>
                    <a:pt x="229" y="1208"/>
                    <a:pt x="349" y="1304"/>
                    <a:pt x="482" y="1304"/>
                  </a:cubicBezTo>
                  <a:cubicBezTo>
                    <a:pt x="723" y="1280"/>
                    <a:pt x="1109" y="1268"/>
                    <a:pt x="1326" y="1244"/>
                  </a:cubicBezTo>
                  <a:cubicBezTo>
                    <a:pt x="1389" y="1237"/>
                    <a:pt x="1445" y="1235"/>
                    <a:pt x="1494" y="1235"/>
                  </a:cubicBezTo>
                  <a:cubicBezTo>
                    <a:pt x="1548" y="1235"/>
                    <a:pt x="1594" y="1238"/>
                    <a:pt x="1633" y="1238"/>
                  </a:cubicBezTo>
                  <a:cubicBezTo>
                    <a:pt x="1748" y="1238"/>
                    <a:pt x="1797" y="1218"/>
                    <a:pt x="1819" y="1063"/>
                  </a:cubicBezTo>
                  <a:cubicBezTo>
                    <a:pt x="1832" y="943"/>
                    <a:pt x="1867" y="702"/>
                    <a:pt x="1880" y="509"/>
                  </a:cubicBezTo>
                  <a:cubicBezTo>
                    <a:pt x="1903" y="334"/>
                    <a:pt x="1769" y="171"/>
                    <a:pt x="1597" y="171"/>
                  </a:cubicBezTo>
                  <a:cubicBezTo>
                    <a:pt x="1591" y="171"/>
                    <a:pt x="1585" y="171"/>
                    <a:pt x="1578" y="172"/>
                  </a:cubicBezTo>
                  <a:cubicBezTo>
                    <a:pt x="1302" y="183"/>
                    <a:pt x="952" y="196"/>
                    <a:pt x="879" y="196"/>
                  </a:cubicBezTo>
                  <a:cubicBezTo>
                    <a:pt x="776" y="196"/>
                    <a:pt x="515" y="1"/>
                    <a:pt x="273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5" name="Google Shape;1235;p57"/>
          <p:cNvSpPr/>
          <p:nvPr/>
        </p:nvSpPr>
        <p:spPr>
          <a:xfrm rot="2488616">
            <a:off x="3454033" y="1446443"/>
            <a:ext cx="598229" cy="508634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57"/>
          <p:cNvSpPr/>
          <p:nvPr/>
        </p:nvSpPr>
        <p:spPr>
          <a:xfrm rot="-4500371">
            <a:off x="463755" y="3154416"/>
            <a:ext cx="906312" cy="770604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582;p47">
            <a:extLst>
              <a:ext uri="{FF2B5EF4-FFF2-40B4-BE49-F238E27FC236}">
                <a16:creationId xmlns:a16="http://schemas.microsoft.com/office/drawing/2014/main" id="{B46F97C7-5C02-6316-6745-C81B79828294}"/>
              </a:ext>
            </a:extLst>
          </p:cNvPr>
          <p:cNvGrpSpPr/>
          <p:nvPr/>
        </p:nvGrpSpPr>
        <p:grpSpPr>
          <a:xfrm>
            <a:off x="7360200" y="2821836"/>
            <a:ext cx="991800" cy="998494"/>
            <a:chOff x="5559075" y="1380675"/>
            <a:chExt cx="1972974" cy="2382161"/>
          </a:xfrm>
        </p:grpSpPr>
        <p:sp>
          <p:nvSpPr>
            <p:cNvPr id="3" name="Google Shape;583;p47">
              <a:extLst>
                <a:ext uri="{FF2B5EF4-FFF2-40B4-BE49-F238E27FC236}">
                  <a16:creationId xmlns:a16="http://schemas.microsoft.com/office/drawing/2014/main" id="{7B128591-AA35-2383-1CE2-7E3511ED10A2}"/>
                </a:ext>
              </a:extLst>
            </p:cNvPr>
            <p:cNvSpPr/>
            <p:nvPr/>
          </p:nvSpPr>
          <p:spPr>
            <a:xfrm>
              <a:off x="5828977" y="1380675"/>
              <a:ext cx="1391270" cy="1443575"/>
            </a:xfrm>
            <a:custGeom>
              <a:avLst/>
              <a:gdLst/>
              <a:ahLst/>
              <a:cxnLst/>
              <a:rect l="l" t="t" r="r" b="b"/>
              <a:pathLst>
                <a:path w="9629" h="9991" extrusionOk="0">
                  <a:moveTo>
                    <a:pt x="6520" y="1592"/>
                  </a:moveTo>
                  <a:cubicBezTo>
                    <a:pt x="7026" y="1592"/>
                    <a:pt x="7352" y="1929"/>
                    <a:pt x="7496" y="2122"/>
                  </a:cubicBezTo>
                  <a:cubicBezTo>
                    <a:pt x="7858" y="2580"/>
                    <a:pt x="7966" y="3218"/>
                    <a:pt x="7797" y="3809"/>
                  </a:cubicBezTo>
                  <a:lnTo>
                    <a:pt x="6532" y="8400"/>
                  </a:lnTo>
                  <a:lnTo>
                    <a:pt x="3097" y="8400"/>
                  </a:lnTo>
                  <a:lnTo>
                    <a:pt x="1833" y="3809"/>
                  </a:lnTo>
                  <a:cubicBezTo>
                    <a:pt x="1664" y="3218"/>
                    <a:pt x="1784" y="2580"/>
                    <a:pt x="2133" y="2122"/>
                  </a:cubicBezTo>
                  <a:cubicBezTo>
                    <a:pt x="2278" y="1929"/>
                    <a:pt x="2615" y="1592"/>
                    <a:pt x="3121" y="1592"/>
                  </a:cubicBezTo>
                  <a:close/>
                  <a:moveTo>
                    <a:pt x="3121" y="1"/>
                  </a:moveTo>
                  <a:cubicBezTo>
                    <a:pt x="2242" y="1"/>
                    <a:pt x="1423" y="422"/>
                    <a:pt x="856" y="1158"/>
                  </a:cubicBezTo>
                  <a:cubicBezTo>
                    <a:pt x="205" y="2013"/>
                    <a:pt x="1" y="3158"/>
                    <a:pt x="290" y="4230"/>
                  </a:cubicBezTo>
                  <a:lnTo>
                    <a:pt x="1892" y="9990"/>
                  </a:lnTo>
                  <a:lnTo>
                    <a:pt x="7749" y="9990"/>
                  </a:lnTo>
                  <a:lnTo>
                    <a:pt x="9339" y="4230"/>
                  </a:lnTo>
                  <a:cubicBezTo>
                    <a:pt x="9629" y="3158"/>
                    <a:pt x="9424" y="2013"/>
                    <a:pt x="8774" y="1158"/>
                  </a:cubicBezTo>
                  <a:cubicBezTo>
                    <a:pt x="8207" y="422"/>
                    <a:pt x="7387" y="1"/>
                    <a:pt x="65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84;p47">
              <a:extLst>
                <a:ext uri="{FF2B5EF4-FFF2-40B4-BE49-F238E27FC236}">
                  <a16:creationId xmlns:a16="http://schemas.microsoft.com/office/drawing/2014/main" id="{8A3E04FA-7356-1D08-5BD6-C5596DACBFE1}"/>
                </a:ext>
              </a:extLst>
            </p:cNvPr>
            <p:cNvSpPr/>
            <p:nvPr/>
          </p:nvSpPr>
          <p:spPr>
            <a:xfrm>
              <a:off x="5905700" y="1984917"/>
              <a:ext cx="1237969" cy="839328"/>
            </a:xfrm>
            <a:custGeom>
              <a:avLst/>
              <a:gdLst/>
              <a:ahLst/>
              <a:cxnLst/>
              <a:rect l="l" t="t" r="r" b="b"/>
              <a:pathLst>
                <a:path w="8568" h="5809" extrusionOk="0">
                  <a:moveTo>
                    <a:pt x="1409" y="0"/>
                  </a:moveTo>
                  <a:cubicBezTo>
                    <a:pt x="903" y="241"/>
                    <a:pt x="434" y="554"/>
                    <a:pt x="0" y="904"/>
                  </a:cubicBezTo>
                  <a:lnTo>
                    <a:pt x="1361" y="5808"/>
                  </a:lnTo>
                  <a:lnTo>
                    <a:pt x="7218" y="5808"/>
                  </a:lnTo>
                  <a:lnTo>
                    <a:pt x="8567" y="904"/>
                  </a:lnTo>
                  <a:cubicBezTo>
                    <a:pt x="8146" y="554"/>
                    <a:pt x="7676" y="241"/>
                    <a:pt x="7170" y="0"/>
                  </a:cubicBezTo>
                  <a:lnTo>
                    <a:pt x="6001" y="4218"/>
                  </a:lnTo>
                  <a:lnTo>
                    <a:pt x="2566" y="4218"/>
                  </a:lnTo>
                  <a:lnTo>
                    <a:pt x="14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85;p47">
              <a:extLst>
                <a:ext uri="{FF2B5EF4-FFF2-40B4-BE49-F238E27FC236}">
                  <a16:creationId xmlns:a16="http://schemas.microsoft.com/office/drawing/2014/main" id="{E4D317EB-C774-AC2F-32F8-84F27FF9AA72}"/>
                </a:ext>
              </a:extLst>
            </p:cNvPr>
            <p:cNvSpPr/>
            <p:nvPr/>
          </p:nvSpPr>
          <p:spPr>
            <a:xfrm>
              <a:off x="5559075" y="2007168"/>
              <a:ext cx="1945091" cy="1755668"/>
            </a:xfrm>
            <a:custGeom>
              <a:avLst/>
              <a:gdLst/>
              <a:ahLst/>
              <a:cxnLst/>
              <a:rect l="l" t="t" r="r" b="b"/>
              <a:pathLst>
                <a:path w="13462" h="12151" extrusionOk="0">
                  <a:moveTo>
                    <a:pt x="6684" y="0"/>
                  </a:moveTo>
                  <a:cubicBezTo>
                    <a:pt x="2991" y="0"/>
                    <a:pt x="1" y="2985"/>
                    <a:pt x="1" y="6679"/>
                  </a:cubicBezTo>
                  <a:cubicBezTo>
                    <a:pt x="1" y="8511"/>
                    <a:pt x="748" y="10174"/>
                    <a:pt x="1953" y="11390"/>
                  </a:cubicBezTo>
                  <a:cubicBezTo>
                    <a:pt x="2435" y="11885"/>
                    <a:pt x="3110" y="12150"/>
                    <a:pt x="3808" y="12150"/>
                  </a:cubicBezTo>
                  <a:lnTo>
                    <a:pt x="9569" y="12150"/>
                  </a:lnTo>
                  <a:cubicBezTo>
                    <a:pt x="10243" y="12150"/>
                    <a:pt x="10894" y="11897"/>
                    <a:pt x="11376" y="11427"/>
                  </a:cubicBezTo>
                  <a:cubicBezTo>
                    <a:pt x="12690" y="10137"/>
                    <a:pt x="13461" y="8305"/>
                    <a:pt x="13352" y="6294"/>
                  </a:cubicBezTo>
                  <a:cubicBezTo>
                    <a:pt x="13160" y="2859"/>
                    <a:pt x="10316" y="100"/>
                    <a:pt x="6882" y="3"/>
                  </a:cubicBezTo>
                  <a:cubicBezTo>
                    <a:pt x="6816" y="1"/>
                    <a:pt x="6750" y="0"/>
                    <a:pt x="66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86;p47">
              <a:extLst>
                <a:ext uri="{FF2B5EF4-FFF2-40B4-BE49-F238E27FC236}">
                  <a16:creationId xmlns:a16="http://schemas.microsoft.com/office/drawing/2014/main" id="{6B1A8C97-B536-44BF-0FF0-1BF722F45C72}"/>
                </a:ext>
              </a:extLst>
            </p:cNvPr>
            <p:cNvSpPr/>
            <p:nvPr/>
          </p:nvSpPr>
          <p:spPr>
            <a:xfrm>
              <a:off x="6372249" y="2068431"/>
              <a:ext cx="1159801" cy="1694405"/>
            </a:xfrm>
            <a:custGeom>
              <a:avLst/>
              <a:gdLst/>
              <a:ahLst/>
              <a:cxnLst/>
              <a:rect l="l" t="t" r="r" b="b"/>
              <a:pathLst>
                <a:path w="8027" h="11727" extrusionOk="0">
                  <a:moveTo>
                    <a:pt x="3423" y="0"/>
                  </a:moveTo>
                  <a:lnTo>
                    <a:pt x="3423" y="0"/>
                  </a:lnTo>
                  <a:cubicBezTo>
                    <a:pt x="5338" y="1580"/>
                    <a:pt x="8026" y="10063"/>
                    <a:pt x="1" y="11726"/>
                  </a:cubicBezTo>
                  <a:lnTo>
                    <a:pt x="3941" y="11726"/>
                  </a:lnTo>
                  <a:cubicBezTo>
                    <a:pt x="4628" y="11726"/>
                    <a:pt x="5303" y="11461"/>
                    <a:pt x="5796" y="10966"/>
                  </a:cubicBezTo>
                  <a:cubicBezTo>
                    <a:pt x="6990" y="9750"/>
                    <a:pt x="7737" y="8087"/>
                    <a:pt x="7737" y="6255"/>
                  </a:cubicBezTo>
                  <a:cubicBezTo>
                    <a:pt x="7737" y="3399"/>
                    <a:pt x="5941" y="964"/>
                    <a:pt x="34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87;p47">
              <a:extLst>
                <a:ext uri="{FF2B5EF4-FFF2-40B4-BE49-F238E27FC236}">
                  <a16:creationId xmlns:a16="http://schemas.microsoft.com/office/drawing/2014/main" id="{877BBC95-2BEF-7586-3AFA-5C84305EEE54}"/>
                </a:ext>
              </a:extLst>
            </p:cNvPr>
            <p:cNvSpPr/>
            <p:nvPr/>
          </p:nvSpPr>
          <p:spPr>
            <a:xfrm>
              <a:off x="5640999" y="2078834"/>
              <a:ext cx="1126569" cy="1249528"/>
            </a:xfrm>
            <a:custGeom>
              <a:avLst/>
              <a:gdLst/>
              <a:ahLst/>
              <a:cxnLst/>
              <a:rect l="l" t="t" r="r" b="b"/>
              <a:pathLst>
                <a:path w="7797" h="8648" extrusionOk="0">
                  <a:moveTo>
                    <a:pt x="6050" y="1"/>
                  </a:moveTo>
                  <a:cubicBezTo>
                    <a:pt x="3688" y="1"/>
                    <a:pt x="0" y="2194"/>
                    <a:pt x="0" y="6014"/>
                  </a:cubicBezTo>
                  <a:cubicBezTo>
                    <a:pt x="0" y="7932"/>
                    <a:pt x="572" y="8647"/>
                    <a:pt x="1085" y="8647"/>
                  </a:cubicBezTo>
                  <a:cubicBezTo>
                    <a:pt x="1595" y="8647"/>
                    <a:pt x="2048" y="7944"/>
                    <a:pt x="1832" y="7014"/>
                  </a:cubicBezTo>
                  <a:cubicBezTo>
                    <a:pt x="1434" y="5291"/>
                    <a:pt x="2410" y="1965"/>
                    <a:pt x="6050" y="1797"/>
                  </a:cubicBezTo>
                  <a:cubicBezTo>
                    <a:pt x="7676" y="1712"/>
                    <a:pt x="7797" y="1"/>
                    <a:pt x="60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88;p47">
              <a:extLst>
                <a:ext uri="{FF2B5EF4-FFF2-40B4-BE49-F238E27FC236}">
                  <a16:creationId xmlns:a16="http://schemas.microsoft.com/office/drawing/2014/main" id="{11C188AF-A534-CBD9-7E10-154045B629F2}"/>
                </a:ext>
              </a:extLst>
            </p:cNvPr>
            <p:cNvSpPr/>
            <p:nvPr/>
          </p:nvSpPr>
          <p:spPr>
            <a:xfrm>
              <a:off x="5973464" y="2420111"/>
              <a:ext cx="1102295" cy="1102440"/>
            </a:xfrm>
            <a:custGeom>
              <a:avLst/>
              <a:gdLst/>
              <a:ahLst/>
              <a:cxnLst/>
              <a:rect l="l" t="t" r="r" b="b"/>
              <a:pathLst>
                <a:path w="7629" h="7630" extrusionOk="0">
                  <a:moveTo>
                    <a:pt x="3821" y="1"/>
                  </a:moveTo>
                  <a:cubicBezTo>
                    <a:pt x="1712" y="1"/>
                    <a:pt x="1" y="1712"/>
                    <a:pt x="1" y="3821"/>
                  </a:cubicBezTo>
                  <a:cubicBezTo>
                    <a:pt x="1" y="5929"/>
                    <a:pt x="1712" y="7629"/>
                    <a:pt x="3821" y="7629"/>
                  </a:cubicBezTo>
                  <a:cubicBezTo>
                    <a:pt x="5918" y="7629"/>
                    <a:pt x="7629" y="5929"/>
                    <a:pt x="7629" y="3821"/>
                  </a:cubicBezTo>
                  <a:cubicBezTo>
                    <a:pt x="7629" y="1712"/>
                    <a:pt x="5918" y="1"/>
                    <a:pt x="38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89;p47">
              <a:extLst>
                <a:ext uri="{FF2B5EF4-FFF2-40B4-BE49-F238E27FC236}">
                  <a16:creationId xmlns:a16="http://schemas.microsoft.com/office/drawing/2014/main" id="{0066EA30-AD2E-1897-2E30-0829FF4F1680}"/>
                </a:ext>
              </a:extLst>
            </p:cNvPr>
            <p:cNvSpPr/>
            <p:nvPr/>
          </p:nvSpPr>
          <p:spPr>
            <a:xfrm>
              <a:off x="6090210" y="2536856"/>
              <a:ext cx="868948" cy="868948"/>
            </a:xfrm>
            <a:custGeom>
              <a:avLst/>
              <a:gdLst/>
              <a:ahLst/>
              <a:cxnLst/>
              <a:rect l="l" t="t" r="r" b="b"/>
              <a:pathLst>
                <a:path w="6014" h="6014" extrusionOk="0">
                  <a:moveTo>
                    <a:pt x="3013" y="1"/>
                  </a:moveTo>
                  <a:cubicBezTo>
                    <a:pt x="1350" y="1"/>
                    <a:pt x="0" y="1350"/>
                    <a:pt x="0" y="3013"/>
                  </a:cubicBezTo>
                  <a:cubicBezTo>
                    <a:pt x="0" y="4676"/>
                    <a:pt x="1350" y="6013"/>
                    <a:pt x="3013" y="6013"/>
                  </a:cubicBezTo>
                  <a:cubicBezTo>
                    <a:pt x="4676" y="6013"/>
                    <a:pt x="6013" y="4676"/>
                    <a:pt x="6013" y="3013"/>
                  </a:cubicBezTo>
                  <a:cubicBezTo>
                    <a:pt x="6013" y="1350"/>
                    <a:pt x="4676" y="1"/>
                    <a:pt x="30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90;p47">
              <a:extLst>
                <a:ext uri="{FF2B5EF4-FFF2-40B4-BE49-F238E27FC236}">
                  <a16:creationId xmlns:a16="http://schemas.microsoft.com/office/drawing/2014/main" id="{A228A02E-4D21-4C86-35B0-C4F558C62E07}"/>
                </a:ext>
              </a:extLst>
            </p:cNvPr>
            <p:cNvSpPr/>
            <p:nvPr/>
          </p:nvSpPr>
          <p:spPr>
            <a:xfrm>
              <a:off x="6090210" y="2536856"/>
              <a:ext cx="755814" cy="752346"/>
            </a:xfrm>
            <a:custGeom>
              <a:avLst/>
              <a:gdLst/>
              <a:ahLst/>
              <a:cxnLst/>
              <a:rect l="l" t="t" r="r" b="b"/>
              <a:pathLst>
                <a:path w="5231" h="5207" extrusionOk="0">
                  <a:moveTo>
                    <a:pt x="3013" y="1"/>
                  </a:moveTo>
                  <a:cubicBezTo>
                    <a:pt x="1350" y="1"/>
                    <a:pt x="0" y="1350"/>
                    <a:pt x="0" y="3013"/>
                  </a:cubicBezTo>
                  <a:cubicBezTo>
                    <a:pt x="0" y="3881"/>
                    <a:pt x="373" y="4652"/>
                    <a:pt x="952" y="5206"/>
                  </a:cubicBezTo>
                  <a:cubicBezTo>
                    <a:pt x="494" y="4676"/>
                    <a:pt x="217" y="3989"/>
                    <a:pt x="217" y="3230"/>
                  </a:cubicBezTo>
                  <a:cubicBezTo>
                    <a:pt x="217" y="1567"/>
                    <a:pt x="1554" y="217"/>
                    <a:pt x="3217" y="217"/>
                  </a:cubicBezTo>
                  <a:cubicBezTo>
                    <a:pt x="4001" y="217"/>
                    <a:pt x="4700" y="518"/>
                    <a:pt x="5230" y="1000"/>
                  </a:cubicBezTo>
                  <a:cubicBezTo>
                    <a:pt x="4688" y="386"/>
                    <a:pt x="3892" y="1"/>
                    <a:pt x="30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91;p47">
              <a:extLst>
                <a:ext uri="{FF2B5EF4-FFF2-40B4-BE49-F238E27FC236}">
                  <a16:creationId xmlns:a16="http://schemas.microsoft.com/office/drawing/2014/main" id="{109CB0B0-9A56-7F29-735F-371D3E744CFB}"/>
                </a:ext>
              </a:extLst>
            </p:cNvPr>
            <p:cNvSpPr/>
            <p:nvPr/>
          </p:nvSpPr>
          <p:spPr>
            <a:xfrm>
              <a:off x="5959593" y="1431101"/>
              <a:ext cx="827191" cy="224823"/>
            </a:xfrm>
            <a:custGeom>
              <a:avLst/>
              <a:gdLst/>
              <a:ahLst/>
              <a:cxnLst/>
              <a:rect l="l" t="t" r="r" b="b"/>
              <a:pathLst>
                <a:path w="5725" h="1556" extrusionOk="0">
                  <a:moveTo>
                    <a:pt x="2350" y="1"/>
                  </a:moveTo>
                  <a:cubicBezTo>
                    <a:pt x="1470" y="1"/>
                    <a:pt x="639" y="423"/>
                    <a:pt x="85" y="1158"/>
                  </a:cubicBezTo>
                  <a:cubicBezTo>
                    <a:pt x="0" y="1267"/>
                    <a:pt x="13" y="1423"/>
                    <a:pt x="133" y="1508"/>
                  </a:cubicBezTo>
                  <a:cubicBezTo>
                    <a:pt x="169" y="1543"/>
                    <a:pt x="230" y="1556"/>
                    <a:pt x="278" y="1556"/>
                  </a:cubicBezTo>
                  <a:cubicBezTo>
                    <a:pt x="350" y="1556"/>
                    <a:pt x="422" y="1532"/>
                    <a:pt x="482" y="1460"/>
                  </a:cubicBezTo>
                  <a:cubicBezTo>
                    <a:pt x="940" y="845"/>
                    <a:pt x="1627" y="496"/>
                    <a:pt x="2350" y="496"/>
                  </a:cubicBezTo>
                  <a:lnTo>
                    <a:pt x="5471" y="496"/>
                  </a:lnTo>
                  <a:cubicBezTo>
                    <a:pt x="5616" y="496"/>
                    <a:pt x="5725" y="387"/>
                    <a:pt x="5725" y="242"/>
                  </a:cubicBezTo>
                  <a:cubicBezTo>
                    <a:pt x="5725" y="110"/>
                    <a:pt x="5616" y="1"/>
                    <a:pt x="54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>
          <a:extLst>
            <a:ext uri="{FF2B5EF4-FFF2-40B4-BE49-F238E27FC236}">
              <a16:creationId xmlns:a16="http://schemas.microsoft.com/office/drawing/2014/main" id="{CAE1B4C8-12A5-C183-F4E2-136765767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56">
            <a:extLst>
              <a:ext uri="{FF2B5EF4-FFF2-40B4-BE49-F238E27FC236}">
                <a16:creationId xmlns:a16="http://schemas.microsoft.com/office/drawing/2014/main" id="{28B31D09-78F0-CB3F-98A6-AD1D292C6B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5531" y="1151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dirty="0"/>
              <a:t>Alapfunkciók</a:t>
            </a:r>
            <a:endParaRPr dirty="0"/>
          </a:p>
        </p:txBody>
      </p:sp>
      <p:sp>
        <p:nvSpPr>
          <p:cNvPr id="995" name="Google Shape;995;p56">
            <a:extLst>
              <a:ext uri="{FF2B5EF4-FFF2-40B4-BE49-F238E27FC236}">
                <a16:creationId xmlns:a16="http://schemas.microsoft.com/office/drawing/2014/main" id="{13035D99-06A5-859A-377F-7678E98CA119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2097491" y="3556107"/>
            <a:ext cx="247451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u-HU" sz="2400" dirty="0"/>
              <a:t>Edzésnapló</a:t>
            </a:r>
            <a:endParaRPr sz="2400" dirty="0"/>
          </a:p>
        </p:txBody>
      </p:sp>
      <p:sp>
        <p:nvSpPr>
          <p:cNvPr id="996" name="Google Shape;996;p56">
            <a:extLst>
              <a:ext uri="{FF2B5EF4-FFF2-40B4-BE49-F238E27FC236}">
                <a16:creationId xmlns:a16="http://schemas.microsoft.com/office/drawing/2014/main" id="{2EB4F284-DD03-84D6-25AB-90186491563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036453" y="2119921"/>
            <a:ext cx="2003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hu-HU" sz="2400" dirty="0"/>
              <a:t>Edzéskereső</a:t>
            </a:r>
            <a:endParaRPr sz="2400" dirty="0"/>
          </a:p>
        </p:txBody>
      </p:sp>
      <p:sp>
        <p:nvSpPr>
          <p:cNvPr id="997" name="Google Shape;997;p56">
            <a:extLst>
              <a:ext uri="{FF2B5EF4-FFF2-40B4-BE49-F238E27FC236}">
                <a16:creationId xmlns:a16="http://schemas.microsoft.com/office/drawing/2014/main" id="{4106B5D7-15F0-8F87-1EFC-2CD18D340B0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82316" y="2563505"/>
            <a:ext cx="7186382" cy="107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hu-HU" sz="2400" dirty="0"/>
              <a:t>Keress izomcsoport szerint részletes leírásokkal és helyes végrehajtási tippekkel.</a:t>
            </a:r>
            <a:endParaRPr sz="2400" dirty="0"/>
          </a:p>
        </p:txBody>
      </p:sp>
      <p:sp>
        <p:nvSpPr>
          <p:cNvPr id="1000" name="Google Shape;1000;p56">
            <a:extLst>
              <a:ext uri="{FF2B5EF4-FFF2-40B4-BE49-F238E27FC236}">
                <a16:creationId xmlns:a16="http://schemas.microsoft.com/office/drawing/2014/main" id="{A172A66F-6E70-F9B8-414F-A1F259BA877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2036453" y="4023598"/>
            <a:ext cx="7186382" cy="92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hu-HU" sz="2400" dirty="0"/>
              <a:t>Rögzítsd az edzéseidet és kövesd a fejlődésed! Sorozatok, ismétlések és súlyok nyilvántartása.</a:t>
            </a:r>
            <a:endParaRPr sz="2400" dirty="0"/>
          </a:p>
        </p:txBody>
      </p:sp>
      <p:sp>
        <p:nvSpPr>
          <p:cNvPr id="1001" name="Google Shape;1001;p56">
            <a:extLst>
              <a:ext uri="{FF2B5EF4-FFF2-40B4-BE49-F238E27FC236}">
                <a16:creationId xmlns:a16="http://schemas.microsoft.com/office/drawing/2014/main" id="{BE659CFC-B535-7EA6-7607-60E3D878CD6C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2036453" y="714657"/>
            <a:ext cx="207307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u-HU" sz="2400" dirty="0"/>
              <a:t>Edzéstervek</a:t>
            </a:r>
            <a:endParaRPr sz="2400" dirty="0"/>
          </a:p>
        </p:txBody>
      </p:sp>
      <p:sp>
        <p:nvSpPr>
          <p:cNvPr id="1002" name="Google Shape;1002;p56">
            <a:extLst>
              <a:ext uri="{FF2B5EF4-FFF2-40B4-BE49-F238E27FC236}">
                <a16:creationId xmlns:a16="http://schemas.microsoft.com/office/drawing/2014/main" id="{8C70FC40-38CF-39CB-3B87-6509ED3B164C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2097491" y="1204056"/>
            <a:ext cx="7297970" cy="9156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hu-HU" sz="2400" dirty="0"/>
              <a:t>Automatikusan generált heti edzésterv a profilod és céljaid alapján. Izomnövelés, zsírégetés vagy erősödés!</a:t>
            </a:r>
            <a:endParaRPr sz="2400" dirty="0"/>
          </a:p>
        </p:txBody>
      </p:sp>
      <p:sp>
        <p:nvSpPr>
          <p:cNvPr id="1010" name="Google Shape;1010;p56">
            <a:extLst>
              <a:ext uri="{FF2B5EF4-FFF2-40B4-BE49-F238E27FC236}">
                <a16:creationId xmlns:a16="http://schemas.microsoft.com/office/drawing/2014/main" id="{E2E940A7-E36B-69AD-4DDC-9FFFB3902187}"/>
              </a:ext>
            </a:extLst>
          </p:cNvPr>
          <p:cNvSpPr/>
          <p:nvPr/>
        </p:nvSpPr>
        <p:spPr>
          <a:xfrm>
            <a:off x="1076195" y="1179212"/>
            <a:ext cx="1006121" cy="806688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301D63E-2C8B-D111-CF8C-20D38FA9C15D}"/>
              </a:ext>
            </a:extLst>
          </p:cNvPr>
          <p:cNvSpPr txBox="1"/>
          <p:nvPr/>
        </p:nvSpPr>
        <p:spPr>
          <a:xfrm>
            <a:off x="1129896" y="1262086"/>
            <a:ext cx="867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600" dirty="0"/>
              <a:t>📅</a:t>
            </a:r>
          </a:p>
        </p:txBody>
      </p:sp>
      <p:sp>
        <p:nvSpPr>
          <p:cNvPr id="16" name="Google Shape;1010;p56">
            <a:extLst>
              <a:ext uri="{FF2B5EF4-FFF2-40B4-BE49-F238E27FC236}">
                <a16:creationId xmlns:a16="http://schemas.microsoft.com/office/drawing/2014/main" id="{4E1B6ED3-3E0A-4B25-8ABA-14A29DA81F15}"/>
              </a:ext>
            </a:extLst>
          </p:cNvPr>
          <p:cNvSpPr/>
          <p:nvPr/>
        </p:nvSpPr>
        <p:spPr>
          <a:xfrm>
            <a:off x="1102213" y="2450455"/>
            <a:ext cx="934240" cy="847646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EABC55E7-CF38-56B3-51AE-B8EF0CC3C352}"/>
              </a:ext>
            </a:extLst>
          </p:cNvPr>
          <p:cNvSpPr txBox="1"/>
          <p:nvPr/>
        </p:nvSpPr>
        <p:spPr>
          <a:xfrm>
            <a:off x="1129896" y="2572817"/>
            <a:ext cx="696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600" dirty="0"/>
              <a:t>🏋️</a:t>
            </a:r>
          </a:p>
        </p:txBody>
      </p:sp>
      <p:sp>
        <p:nvSpPr>
          <p:cNvPr id="15" name="Google Shape;1010;p56">
            <a:extLst>
              <a:ext uri="{FF2B5EF4-FFF2-40B4-BE49-F238E27FC236}">
                <a16:creationId xmlns:a16="http://schemas.microsoft.com/office/drawing/2014/main" id="{15FCC10A-96E8-5F67-1B25-6ECB536B277A}"/>
              </a:ext>
            </a:extLst>
          </p:cNvPr>
          <p:cNvSpPr/>
          <p:nvPr/>
        </p:nvSpPr>
        <p:spPr>
          <a:xfrm>
            <a:off x="1063642" y="3762656"/>
            <a:ext cx="934240" cy="847646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24235F9E-252B-F676-2DEA-2E41D209ECB0}"/>
              </a:ext>
            </a:extLst>
          </p:cNvPr>
          <p:cNvSpPr txBox="1"/>
          <p:nvPr/>
        </p:nvSpPr>
        <p:spPr>
          <a:xfrm>
            <a:off x="1129896" y="3881414"/>
            <a:ext cx="7431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dirty="0"/>
              <a:t>📖</a:t>
            </a:r>
          </a:p>
        </p:txBody>
      </p:sp>
    </p:spTree>
    <p:extLst>
      <p:ext uri="{BB962C8B-B14F-4D97-AF65-F5344CB8AC3E}">
        <p14:creationId xmlns:p14="http://schemas.microsoft.com/office/powerpoint/2010/main" val="629829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>
          <a:extLst>
            <a:ext uri="{FF2B5EF4-FFF2-40B4-BE49-F238E27FC236}">
              <a16:creationId xmlns:a16="http://schemas.microsoft.com/office/drawing/2014/main" id="{12A7BD0E-3228-AEEE-CF7B-A92CE09ED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56">
            <a:extLst>
              <a:ext uri="{FF2B5EF4-FFF2-40B4-BE49-F238E27FC236}">
                <a16:creationId xmlns:a16="http://schemas.microsoft.com/office/drawing/2014/main" id="{C9251E89-A246-1265-C3AE-29A8A7B8B4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5531" y="1151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dirty="0"/>
              <a:t>Alapfunkciók/2</a:t>
            </a:r>
            <a:endParaRPr dirty="0"/>
          </a:p>
        </p:txBody>
      </p:sp>
      <p:sp>
        <p:nvSpPr>
          <p:cNvPr id="995" name="Google Shape;995;p56">
            <a:extLst>
              <a:ext uri="{FF2B5EF4-FFF2-40B4-BE49-F238E27FC236}">
                <a16:creationId xmlns:a16="http://schemas.microsoft.com/office/drawing/2014/main" id="{BFF9AF84-596B-BAF5-5036-0AD0227F7E15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2097491" y="3556107"/>
            <a:ext cx="247451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u-HU" sz="2400" dirty="0"/>
              <a:t>Táplálkozási Napló</a:t>
            </a:r>
            <a:endParaRPr sz="2400" dirty="0"/>
          </a:p>
        </p:txBody>
      </p:sp>
      <p:sp>
        <p:nvSpPr>
          <p:cNvPr id="996" name="Google Shape;996;p56">
            <a:extLst>
              <a:ext uri="{FF2B5EF4-FFF2-40B4-BE49-F238E27FC236}">
                <a16:creationId xmlns:a16="http://schemas.microsoft.com/office/drawing/2014/main" id="{EE280560-1F6B-134C-B0B2-08B48DE3FDA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036453" y="2119921"/>
            <a:ext cx="2003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hu-HU" sz="2400" b="1" dirty="0"/>
              <a:t>Edzés </a:t>
            </a:r>
            <a:r>
              <a:rPr lang="en-AU" sz="2400" b="1" noProof="0" dirty="0"/>
              <a:t>Timer</a:t>
            </a:r>
            <a:endParaRPr sz="2400" dirty="0"/>
          </a:p>
        </p:txBody>
      </p:sp>
      <p:sp>
        <p:nvSpPr>
          <p:cNvPr id="997" name="Google Shape;997;p56">
            <a:extLst>
              <a:ext uri="{FF2B5EF4-FFF2-40B4-BE49-F238E27FC236}">
                <a16:creationId xmlns:a16="http://schemas.microsoft.com/office/drawing/2014/main" id="{13A1ADB6-2390-B4E1-85F1-1B00CEC1231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82316" y="2563505"/>
            <a:ext cx="7186382" cy="107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hu-HU" sz="2400" dirty="0"/>
              <a:t>Pihenőidő számláló, stopperóra és HIIT </a:t>
            </a:r>
            <a:r>
              <a:rPr lang="en-AU" sz="2400" noProof="0" dirty="0"/>
              <a:t>interval timer</a:t>
            </a:r>
            <a:r>
              <a:rPr lang="hu-HU" sz="2400" dirty="0"/>
              <a:t>. Minden egy helyen!</a:t>
            </a:r>
            <a:endParaRPr sz="2400" dirty="0"/>
          </a:p>
        </p:txBody>
      </p:sp>
      <p:sp>
        <p:nvSpPr>
          <p:cNvPr id="1000" name="Google Shape;1000;p56">
            <a:extLst>
              <a:ext uri="{FF2B5EF4-FFF2-40B4-BE49-F238E27FC236}">
                <a16:creationId xmlns:a16="http://schemas.microsoft.com/office/drawing/2014/main" id="{5833BF43-52D2-5E19-0B16-30E1985DB99F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2036453" y="4023598"/>
            <a:ext cx="7186382" cy="92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hu-HU" sz="2400" dirty="0"/>
              <a:t>Kalória és makró számláló, étkezések naplózása. A sikeres átalakuláshoz!</a:t>
            </a:r>
            <a:endParaRPr sz="2400" dirty="0"/>
          </a:p>
        </p:txBody>
      </p:sp>
      <p:sp>
        <p:nvSpPr>
          <p:cNvPr id="1001" name="Google Shape;1001;p56">
            <a:extLst>
              <a:ext uri="{FF2B5EF4-FFF2-40B4-BE49-F238E27FC236}">
                <a16:creationId xmlns:a16="http://schemas.microsoft.com/office/drawing/2014/main" id="{70AA7EB4-9539-C99F-6015-26DF2C86127C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2036452" y="714657"/>
            <a:ext cx="259650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u-HU" sz="2400" dirty="0"/>
              <a:t>Testméret Követés</a:t>
            </a:r>
            <a:endParaRPr sz="2400" dirty="0"/>
          </a:p>
        </p:txBody>
      </p:sp>
      <p:sp>
        <p:nvSpPr>
          <p:cNvPr id="1002" name="Google Shape;1002;p56">
            <a:extLst>
              <a:ext uri="{FF2B5EF4-FFF2-40B4-BE49-F238E27FC236}">
                <a16:creationId xmlns:a16="http://schemas.microsoft.com/office/drawing/2014/main" id="{78D35B72-FDDC-2C14-E4EE-0874B967D2B2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2097491" y="1204056"/>
            <a:ext cx="7297970" cy="9156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hu-HU" sz="2400" dirty="0"/>
              <a:t>Kövesd a testsúlyod és körméreted változását. Töltsd fel </a:t>
            </a:r>
            <a:r>
              <a:rPr lang="en-AU" sz="2400" noProof="0" dirty="0"/>
              <a:t>progress</a:t>
            </a:r>
            <a:r>
              <a:rPr lang="hu-HU" sz="2400" dirty="0"/>
              <a:t> fotóidat!</a:t>
            </a:r>
            <a:endParaRPr sz="2400" dirty="0"/>
          </a:p>
        </p:txBody>
      </p:sp>
      <p:sp>
        <p:nvSpPr>
          <p:cNvPr id="1010" name="Google Shape;1010;p56">
            <a:extLst>
              <a:ext uri="{FF2B5EF4-FFF2-40B4-BE49-F238E27FC236}">
                <a16:creationId xmlns:a16="http://schemas.microsoft.com/office/drawing/2014/main" id="{AED474FA-74E1-A8A7-869E-30CD42AE7518}"/>
              </a:ext>
            </a:extLst>
          </p:cNvPr>
          <p:cNvSpPr/>
          <p:nvPr/>
        </p:nvSpPr>
        <p:spPr>
          <a:xfrm>
            <a:off x="1076195" y="1179212"/>
            <a:ext cx="1006121" cy="806688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010;p56">
            <a:extLst>
              <a:ext uri="{FF2B5EF4-FFF2-40B4-BE49-F238E27FC236}">
                <a16:creationId xmlns:a16="http://schemas.microsoft.com/office/drawing/2014/main" id="{720266E9-DFB6-DF57-8582-D6AB40149BEE}"/>
              </a:ext>
            </a:extLst>
          </p:cNvPr>
          <p:cNvSpPr/>
          <p:nvPr/>
        </p:nvSpPr>
        <p:spPr>
          <a:xfrm>
            <a:off x="1102213" y="2450455"/>
            <a:ext cx="934240" cy="847646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010;p56">
            <a:extLst>
              <a:ext uri="{FF2B5EF4-FFF2-40B4-BE49-F238E27FC236}">
                <a16:creationId xmlns:a16="http://schemas.microsoft.com/office/drawing/2014/main" id="{971B2058-E970-A34E-6A34-6E90D387B7CA}"/>
              </a:ext>
            </a:extLst>
          </p:cNvPr>
          <p:cNvSpPr/>
          <p:nvPr/>
        </p:nvSpPr>
        <p:spPr>
          <a:xfrm>
            <a:off x="1063642" y="3762656"/>
            <a:ext cx="934240" cy="847646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6D79EA1-2492-4B98-52AA-531D9C490CA4}"/>
              </a:ext>
            </a:extLst>
          </p:cNvPr>
          <p:cNvSpPr txBox="1"/>
          <p:nvPr/>
        </p:nvSpPr>
        <p:spPr>
          <a:xfrm>
            <a:off x="1204600" y="1290168"/>
            <a:ext cx="5468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dirty="0"/>
              <a:t>📏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9F3F0A8-144D-B661-A74D-F7CCC52FE881}"/>
              </a:ext>
            </a:extLst>
          </p:cNvPr>
          <p:cNvSpPr txBox="1"/>
          <p:nvPr/>
        </p:nvSpPr>
        <p:spPr>
          <a:xfrm>
            <a:off x="1254404" y="2612668"/>
            <a:ext cx="447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/>
              <a:t>⏱️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E4D0137-F1A2-0B89-6A87-2F98B35564DB}"/>
              </a:ext>
            </a:extLst>
          </p:cNvPr>
          <p:cNvSpPr txBox="1"/>
          <p:nvPr/>
        </p:nvSpPr>
        <p:spPr>
          <a:xfrm>
            <a:off x="1166417" y="3900679"/>
            <a:ext cx="5468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dirty="0"/>
              <a:t>🍎</a:t>
            </a:r>
          </a:p>
        </p:txBody>
      </p:sp>
    </p:spTree>
    <p:extLst>
      <p:ext uri="{BB962C8B-B14F-4D97-AF65-F5344CB8AC3E}">
        <p14:creationId xmlns:p14="http://schemas.microsoft.com/office/powerpoint/2010/main" val="4062659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>
          <a:extLst>
            <a:ext uri="{FF2B5EF4-FFF2-40B4-BE49-F238E27FC236}">
              <a16:creationId xmlns:a16="http://schemas.microsoft.com/office/drawing/2014/main" id="{9D8DD228-3666-A8B1-2525-7165206B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56">
            <a:extLst>
              <a:ext uri="{FF2B5EF4-FFF2-40B4-BE49-F238E27FC236}">
                <a16:creationId xmlns:a16="http://schemas.microsoft.com/office/drawing/2014/main" id="{8329488E-72A9-CCB3-422F-3AEE20D4C8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5531" y="1151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u-HU" dirty="0"/>
              <a:t>Alapfunkciók/3</a:t>
            </a:r>
            <a:endParaRPr dirty="0"/>
          </a:p>
        </p:txBody>
      </p:sp>
      <p:sp>
        <p:nvSpPr>
          <p:cNvPr id="995" name="Google Shape;995;p56">
            <a:extLst>
              <a:ext uri="{FF2B5EF4-FFF2-40B4-BE49-F238E27FC236}">
                <a16:creationId xmlns:a16="http://schemas.microsoft.com/office/drawing/2014/main" id="{9C759142-EBD0-DE31-DE23-60E5D4406B7F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2097490" y="3556107"/>
            <a:ext cx="385373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u-HU" sz="2400" dirty="0"/>
              <a:t>Edző támogatás</a:t>
            </a:r>
            <a:endParaRPr sz="2400" dirty="0"/>
          </a:p>
        </p:txBody>
      </p:sp>
      <p:sp>
        <p:nvSpPr>
          <p:cNvPr id="996" name="Google Shape;996;p56">
            <a:extLst>
              <a:ext uri="{FF2B5EF4-FFF2-40B4-BE49-F238E27FC236}">
                <a16:creationId xmlns:a16="http://schemas.microsoft.com/office/drawing/2014/main" id="{BB8C3F9A-D991-28A4-EBAA-E76C1E0F5AF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036452" y="2119921"/>
            <a:ext cx="2726047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hu-HU" sz="2400" b="1" dirty="0"/>
              <a:t>Kihívások &amp; Célok</a:t>
            </a:r>
            <a:endParaRPr sz="2400" dirty="0"/>
          </a:p>
        </p:txBody>
      </p:sp>
      <p:sp>
        <p:nvSpPr>
          <p:cNvPr id="997" name="Google Shape;997;p56">
            <a:extLst>
              <a:ext uri="{FF2B5EF4-FFF2-40B4-BE49-F238E27FC236}">
                <a16:creationId xmlns:a16="http://schemas.microsoft.com/office/drawing/2014/main" id="{49B31FF6-1DE7-8902-4CC3-FB7C0570D8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97490" y="2418993"/>
            <a:ext cx="7186382" cy="107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hu-HU" sz="2400" dirty="0"/>
              <a:t>Állíts be célokat és kihívásokat!</a:t>
            </a:r>
            <a:endParaRPr sz="2400" dirty="0"/>
          </a:p>
        </p:txBody>
      </p:sp>
      <p:sp>
        <p:nvSpPr>
          <p:cNvPr id="1000" name="Google Shape;1000;p56">
            <a:extLst>
              <a:ext uri="{FF2B5EF4-FFF2-40B4-BE49-F238E27FC236}">
                <a16:creationId xmlns:a16="http://schemas.microsoft.com/office/drawing/2014/main" id="{2FEC26E4-5FE4-292D-4DBB-A0F23F5BD445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2036453" y="4023598"/>
            <a:ext cx="7186382" cy="92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hu-HU" sz="2400" dirty="0"/>
              <a:t>Kérdezz bármit az edzéseidről vagy táplálkozásról közvetlenül a személyi edződtől.</a:t>
            </a:r>
            <a:endParaRPr sz="2400" dirty="0"/>
          </a:p>
        </p:txBody>
      </p:sp>
      <p:sp>
        <p:nvSpPr>
          <p:cNvPr id="1001" name="Google Shape;1001;p56">
            <a:extLst>
              <a:ext uri="{FF2B5EF4-FFF2-40B4-BE49-F238E27FC236}">
                <a16:creationId xmlns:a16="http://schemas.microsoft.com/office/drawing/2014/main" id="{2A84EF73-4885-55D4-531A-F7ACA6A02677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2036452" y="697264"/>
            <a:ext cx="259650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u-HU" sz="2400" dirty="0"/>
              <a:t>Statisztikák</a:t>
            </a:r>
            <a:endParaRPr sz="2400" dirty="0"/>
          </a:p>
        </p:txBody>
      </p:sp>
      <p:sp>
        <p:nvSpPr>
          <p:cNvPr id="1002" name="Google Shape;1002;p56">
            <a:extLst>
              <a:ext uri="{FF2B5EF4-FFF2-40B4-BE49-F238E27FC236}">
                <a16:creationId xmlns:a16="http://schemas.microsoft.com/office/drawing/2014/main" id="{56EF1579-398A-05B2-FFB0-7DF90C0B6DA1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2097491" y="1204056"/>
            <a:ext cx="7297970" cy="9156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hu-HU" sz="2400" dirty="0"/>
              <a:t>Grafikon a teljesítményedről!</a:t>
            </a:r>
            <a:endParaRPr sz="2400" dirty="0"/>
          </a:p>
        </p:txBody>
      </p:sp>
      <p:sp>
        <p:nvSpPr>
          <p:cNvPr id="1010" name="Google Shape;1010;p56">
            <a:extLst>
              <a:ext uri="{FF2B5EF4-FFF2-40B4-BE49-F238E27FC236}">
                <a16:creationId xmlns:a16="http://schemas.microsoft.com/office/drawing/2014/main" id="{2972862E-21F3-7909-0053-DA19F2B2FA73}"/>
              </a:ext>
            </a:extLst>
          </p:cNvPr>
          <p:cNvSpPr/>
          <p:nvPr/>
        </p:nvSpPr>
        <p:spPr>
          <a:xfrm>
            <a:off x="1076195" y="1179212"/>
            <a:ext cx="1006121" cy="806688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010;p56">
            <a:extLst>
              <a:ext uri="{FF2B5EF4-FFF2-40B4-BE49-F238E27FC236}">
                <a16:creationId xmlns:a16="http://schemas.microsoft.com/office/drawing/2014/main" id="{5421DCBD-5634-129E-E69F-FC7BB8DE10DD}"/>
              </a:ext>
            </a:extLst>
          </p:cNvPr>
          <p:cNvSpPr/>
          <p:nvPr/>
        </p:nvSpPr>
        <p:spPr>
          <a:xfrm>
            <a:off x="1102213" y="2450455"/>
            <a:ext cx="934240" cy="847646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010;p56">
            <a:extLst>
              <a:ext uri="{FF2B5EF4-FFF2-40B4-BE49-F238E27FC236}">
                <a16:creationId xmlns:a16="http://schemas.microsoft.com/office/drawing/2014/main" id="{40F80ACD-753C-0952-D6C7-A9678A320788}"/>
              </a:ext>
            </a:extLst>
          </p:cNvPr>
          <p:cNvSpPr/>
          <p:nvPr/>
        </p:nvSpPr>
        <p:spPr>
          <a:xfrm>
            <a:off x="1063642" y="3762656"/>
            <a:ext cx="934240" cy="847646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A7CD013-969E-BA31-5201-F02A5BEE13B4}"/>
              </a:ext>
            </a:extLst>
          </p:cNvPr>
          <p:cNvSpPr txBox="1"/>
          <p:nvPr/>
        </p:nvSpPr>
        <p:spPr>
          <a:xfrm>
            <a:off x="1166417" y="3900679"/>
            <a:ext cx="6667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dirty="0"/>
              <a:t>🤝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2137E71-5AD6-5EEF-3C5B-B29D62FEF56C}"/>
              </a:ext>
            </a:extLst>
          </p:cNvPr>
          <p:cNvSpPr txBox="1"/>
          <p:nvPr/>
        </p:nvSpPr>
        <p:spPr>
          <a:xfrm>
            <a:off x="1184013" y="1290168"/>
            <a:ext cx="604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dirty="0"/>
              <a:t>📊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51CCA51D-B221-2178-2749-8054050F77D7}"/>
              </a:ext>
            </a:extLst>
          </p:cNvPr>
          <p:cNvSpPr txBox="1"/>
          <p:nvPr/>
        </p:nvSpPr>
        <p:spPr>
          <a:xfrm>
            <a:off x="1228324" y="2587105"/>
            <a:ext cx="604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dirty="0"/>
              <a:t>🏆</a:t>
            </a:r>
          </a:p>
        </p:txBody>
      </p:sp>
    </p:spTree>
    <p:extLst>
      <p:ext uri="{BB962C8B-B14F-4D97-AF65-F5344CB8AC3E}">
        <p14:creationId xmlns:p14="http://schemas.microsoft.com/office/powerpoint/2010/main" val="3051707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69"/>
          <p:cNvSpPr txBox="1">
            <a:spLocks noGrp="1"/>
          </p:cNvSpPr>
          <p:nvPr>
            <p:ph type="title"/>
          </p:nvPr>
        </p:nvSpPr>
        <p:spPr>
          <a:xfrm>
            <a:off x="1977900" y="1183500"/>
            <a:ext cx="5188200" cy="277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hu-HU" sz="6600" dirty="0"/>
              <a:t>Felhasználói Szerepkörök</a:t>
            </a:r>
            <a:endParaRPr sz="6600" dirty="0"/>
          </a:p>
        </p:txBody>
      </p:sp>
      <p:grpSp>
        <p:nvGrpSpPr>
          <p:cNvPr id="1573" name="Google Shape;1573;p69"/>
          <p:cNvGrpSpPr/>
          <p:nvPr/>
        </p:nvGrpSpPr>
        <p:grpSpPr>
          <a:xfrm flipH="1">
            <a:off x="1238578" y="2844681"/>
            <a:ext cx="825812" cy="1686440"/>
            <a:chOff x="2078900" y="1373325"/>
            <a:chExt cx="1359809" cy="2776489"/>
          </a:xfrm>
        </p:grpSpPr>
        <p:sp>
          <p:nvSpPr>
            <p:cNvPr id="1574" name="Google Shape;1574;p69"/>
            <p:cNvSpPr/>
            <p:nvPr/>
          </p:nvSpPr>
          <p:spPr>
            <a:xfrm>
              <a:off x="2309635" y="1397340"/>
              <a:ext cx="514491" cy="347156"/>
            </a:xfrm>
            <a:custGeom>
              <a:avLst/>
              <a:gdLst/>
              <a:ahLst/>
              <a:cxnLst/>
              <a:rect l="l" t="t" r="r" b="b"/>
              <a:pathLst>
                <a:path w="2678" h="1807" extrusionOk="0">
                  <a:moveTo>
                    <a:pt x="1651" y="1"/>
                  </a:moveTo>
                  <a:cubicBezTo>
                    <a:pt x="1567" y="1"/>
                    <a:pt x="1482" y="12"/>
                    <a:pt x="1399" y="37"/>
                  </a:cubicBezTo>
                  <a:lnTo>
                    <a:pt x="1" y="430"/>
                  </a:lnTo>
                  <a:lnTo>
                    <a:pt x="99" y="747"/>
                  </a:lnTo>
                  <a:lnTo>
                    <a:pt x="1486" y="354"/>
                  </a:lnTo>
                  <a:cubicBezTo>
                    <a:pt x="1541" y="339"/>
                    <a:pt x="1596" y="332"/>
                    <a:pt x="1651" y="332"/>
                  </a:cubicBezTo>
                  <a:cubicBezTo>
                    <a:pt x="1910" y="332"/>
                    <a:pt x="2146" y="496"/>
                    <a:pt x="2218" y="758"/>
                  </a:cubicBezTo>
                  <a:cubicBezTo>
                    <a:pt x="2306" y="1075"/>
                    <a:pt x="2120" y="1403"/>
                    <a:pt x="1814" y="1490"/>
                  </a:cubicBezTo>
                  <a:lnTo>
                    <a:pt x="1901" y="1806"/>
                  </a:lnTo>
                  <a:cubicBezTo>
                    <a:pt x="2393" y="1675"/>
                    <a:pt x="2677" y="1162"/>
                    <a:pt x="2535" y="670"/>
                  </a:cubicBezTo>
                  <a:cubicBezTo>
                    <a:pt x="2418" y="265"/>
                    <a:pt x="2047" y="1"/>
                    <a:pt x="16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69"/>
            <p:cNvSpPr/>
            <p:nvPr/>
          </p:nvSpPr>
          <p:spPr>
            <a:xfrm>
              <a:off x="2313861" y="2392899"/>
              <a:ext cx="663190" cy="306427"/>
            </a:xfrm>
            <a:custGeom>
              <a:avLst/>
              <a:gdLst/>
              <a:ahLst/>
              <a:cxnLst/>
              <a:rect l="l" t="t" r="r" b="b"/>
              <a:pathLst>
                <a:path w="3452" h="1595" extrusionOk="0">
                  <a:moveTo>
                    <a:pt x="3102" y="0"/>
                  </a:moveTo>
                  <a:lnTo>
                    <a:pt x="0" y="884"/>
                  </a:lnTo>
                  <a:lnTo>
                    <a:pt x="34" y="1595"/>
                  </a:lnTo>
                  <a:lnTo>
                    <a:pt x="3452" y="612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69"/>
            <p:cNvSpPr/>
            <p:nvPr/>
          </p:nvSpPr>
          <p:spPr>
            <a:xfrm>
              <a:off x="2198590" y="1738158"/>
              <a:ext cx="476451" cy="253979"/>
            </a:xfrm>
            <a:custGeom>
              <a:avLst/>
              <a:gdLst/>
              <a:ahLst/>
              <a:cxnLst/>
              <a:rect l="l" t="t" r="r" b="b"/>
              <a:pathLst>
                <a:path w="2480" h="1322" extrusionOk="0">
                  <a:moveTo>
                    <a:pt x="2282" y="0"/>
                  </a:moveTo>
                  <a:lnTo>
                    <a:pt x="0" y="655"/>
                  </a:lnTo>
                  <a:lnTo>
                    <a:pt x="197" y="1321"/>
                  </a:lnTo>
                  <a:lnTo>
                    <a:pt x="2479" y="666"/>
                  </a:lnTo>
                  <a:lnTo>
                    <a:pt x="228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69"/>
            <p:cNvSpPr/>
            <p:nvPr/>
          </p:nvSpPr>
          <p:spPr>
            <a:xfrm>
              <a:off x="2078900" y="1837484"/>
              <a:ext cx="902376" cy="725436"/>
            </a:xfrm>
            <a:custGeom>
              <a:avLst/>
              <a:gdLst/>
              <a:ahLst/>
              <a:cxnLst/>
              <a:rect l="l" t="t" r="r" b="b"/>
              <a:pathLst>
                <a:path w="4697" h="3776" extrusionOk="0">
                  <a:moveTo>
                    <a:pt x="3279" y="0"/>
                  </a:moveTo>
                  <a:cubicBezTo>
                    <a:pt x="3188" y="0"/>
                    <a:pt x="3096" y="13"/>
                    <a:pt x="3004" y="40"/>
                  </a:cubicBezTo>
                  <a:lnTo>
                    <a:pt x="842" y="663"/>
                  </a:lnTo>
                  <a:cubicBezTo>
                    <a:pt x="306" y="804"/>
                    <a:pt x="0" y="1362"/>
                    <a:pt x="153" y="1897"/>
                  </a:cubicBezTo>
                  <a:lnTo>
                    <a:pt x="459" y="2957"/>
                  </a:lnTo>
                  <a:cubicBezTo>
                    <a:pt x="612" y="3491"/>
                    <a:pt x="1213" y="3775"/>
                    <a:pt x="1213" y="3775"/>
                  </a:cubicBezTo>
                  <a:lnTo>
                    <a:pt x="4337" y="2891"/>
                  </a:lnTo>
                  <a:cubicBezTo>
                    <a:pt x="4337" y="2891"/>
                    <a:pt x="4697" y="2323"/>
                    <a:pt x="4544" y="1787"/>
                  </a:cubicBezTo>
                  <a:lnTo>
                    <a:pt x="4238" y="728"/>
                  </a:lnTo>
                  <a:cubicBezTo>
                    <a:pt x="4112" y="286"/>
                    <a:pt x="3710" y="0"/>
                    <a:pt x="3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69"/>
            <p:cNvSpPr/>
            <p:nvPr/>
          </p:nvSpPr>
          <p:spPr>
            <a:xfrm>
              <a:off x="2280240" y="2510284"/>
              <a:ext cx="1158469" cy="1639531"/>
            </a:xfrm>
            <a:custGeom>
              <a:avLst/>
              <a:gdLst/>
              <a:ahLst/>
              <a:cxnLst/>
              <a:rect l="l" t="t" r="r" b="b"/>
              <a:pathLst>
                <a:path w="6030" h="8534" extrusionOk="0">
                  <a:moveTo>
                    <a:pt x="3638" y="1"/>
                  </a:moveTo>
                  <a:lnTo>
                    <a:pt x="197" y="984"/>
                  </a:lnTo>
                  <a:cubicBezTo>
                    <a:pt x="197" y="984"/>
                    <a:pt x="1" y="1508"/>
                    <a:pt x="154" y="2032"/>
                  </a:cubicBezTo>
                  <a:lnTo>
                    <a:pt x="1803" y="7810"/>
                  </a:lnTo>
                  <a:cubicBezTo>
                    <a:pt x="1931" y="8248"/>
                    <a:pt x="2333" y="8533"/>
                    <a:pt x="2773" y="8533"/>
                  </a:cubicBezTo>
                  <a:cubicBezTo>
                    <a:pt x="2860" y="8533"/>
                    <a:pt x="2949" y="8522"/>
                    <a:pt x="3037" y="8499"/>
                  </a:cubicBezTo>
                  <a:lnTo>
                    <a:pt x="5200" y="7876"/>
                  </a:lnTo>
                  <a:cubicBezTo>
                    <a:pt x="5724" y="7723"/>
                    <a:pt x="6030" y="7166"/>
                    <a:pt x="5877" y="6642"/>
                  </a:cubicBezTo>
                  <a:lnTo>
                    <a:pt x="4228" y="875"/>
                  </a:lnTo>
                  <a:cubicBezTo>
                    <a:pt x="4075" y="339"/>
                    <a:pt x="3638" y="1"/>
                    <a:pt x="3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69"/>
            <p:cNvSpPr/>
            <p:nvPr/>
          </p:nvSpPr>
          <p:spPr>
            <a:xfrm>
              <a:off x="2213191" y="1408483"/>
              <a:ext cx="251866" cy="231117"/>
            </a:xfrm>
            <a:custGeom>
              <a:avLst/>
              <a:gdLst/>
              <a:ahLst/>
              <a:cxnLst/>
              <a:rect l="l" t="t" r="r" b="b"/>
              <a:pathLst>
                <a:path w="1311" h="1203" extrusionOk="0">
                  <a:moveTo>
                    <a:pt x="1049" y="1"/>
                  </a:moveTo>
                  <a:lnTo>
                    <a:pt x="0" y="307"/>
                  </a:lnTo>
                  <a:lnTo>
                    <a:pt x="262" y="1202"/>
                  </a:lnTo>
                  <a:lnTo>
                    <a:pt x="1311" y="896"/>
                  </a:lnTo>
                  <a:lnTo>
                    <a:pt x="1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69"/>
            <p:cNvSpPr/>
            <p:nvPr/>
          </p:nvSpPr>
          <p:spPr>
            <a:xfrm>
              <a:off x="2175344" y="1373325"/>
              <a:ext cx="279339" cy="129487"/>
            </a:xfrm>
            <a:custGeom>
              <a:avLst/>
              <a:gdLst/>
              <a:ahLst/>
              <a:cxnLst/>
              <a:rect l="l" t="t" r="r" b="b"/>
              <a:pathLst>
                <a:path w="1454" h="674" extrusionOk="0">
                  <a:moveTo>
                    <a:pt x="1236" y="1"/>
                  </a:moveTo>
                  <a:cubicBezTo>
                    <a:pt x="1218" y="1"/>
                    <a:pt x="1199" y="3"/>
                    <a:pt x="1180" y="9"/>
                  </a:cubicBezTo>
                  <a:lnTo>
                    <a:pt x="165" y="304"/>
                  </a:lnTo>
                  <a:cubicBezTo>
                    <a:pt x="56" y="337"/>
                    <a:pt x="0" y="435"/>
                    <a:pt x="34" y="533"/>
                  </a:cubicBezTo>
                  <a:cubicBezTo>
                    <a:pt x="51" y="621"/>
                    <a:pt x="125" y="674"/>
                    <a:pt x="205" y="674"/>
                  </a:cubicBezTo>
                  <a:cubicBezTo>
                    <a:pt x="224" y="674"/>
                    <a:pt x="243" y="671"/>
                    <a:pt x="263" y="664"/>
                  </a:cubicBezTo>
                  <a:lnTo>
                    <a:pt x="1289" y="370"/>
                  </a:lnTo>
                  <a:cubicBezTo>
                    <a:pt x="1388" y="348"/>
                    <a:pt x="1454" y="239"/>
                    <a:pt x="1420" y="140"/>
                  </a:cubicBezTo>
                  <a:cubicBezTo>
                    <a:pt x="1394" y="59"/>
                    <a:pt x="1322" y="1"/>
                    <a:pt x="1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69"/>
            <p:cNvSpPr/>
            <p:nvPr/>
          </p:nvSpPr>
          <p:spPr>
            <a:xfrm>
              <a:off x="2183797" y="1553340"/>
              <a:ext cx="388462" cy="214403"/>
            </a:xfrm>
            <a:custGeom>
              <a:avLst/>
              <a:gdLst/>
              <a:ahLst/>
              <a:cxnLst/>
              <a:rect l="l" t="t" r="r" b="b"/>
              <a:pathLst>
                <a:path w="2022" h="1116" extrusionOk="0">
                  <a:moveTo>
                    <a:pt x="1857" y="1"/>
                  </a:moveTo>
                  <a:lnTo>
                    <a:pt x="0" y="536"/>
                  </a:lnTo>
                  <a:lnTo>
                    <a:pt x="164" y="1115"/>
                  </a:lnTo>
                  <a:lnTo>
                    <a:pt x="2021" y="579"/>
                  </a:lnTo>
                  <a:lnTo>
                    <a:pt x="18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69"/>
            <p:cNvSpPr/>
            <p:nvPr/>
          </p:nvSpPr>
          <p:spPr>
            <a:xfrm>
              <a:off x="2110407" y="1625769"/>
              <a:ext cx="594027" cy="275304"/>
            </a:xfrm>
            <a:custGeom>
              <a:avLst/>
              <a:gdLst/>
              <a:ahLst/>
              <a:cxnLst/>
              <a:rect l="l" t="t" r="r" b="b"/>
              <a:pathLst>
                <a:path w="3092" h="1433" extrusionOk="0">
                  <a:moveTo>
                    <a:pt x="2649" y="0"/>
                  </a:moveTo>
                  <a:cubicBezTo>
                    <a:pt x="2611" y="0"/>
                    <a:pt x="2573" y="6"/>
                    <a:pt x="2534" y="17"/>
                  </a:cubicBezTo>
                  <a:lnTo>
                    <a:pt x="338" y="651"/>
                  </a:lnTo>
                  <a:cubicBezTo>
                    <a:pt x="120" y="705"/>
                    <a:pt x="0" y="923"/>
                    <a:pt x="66" y="1142"/>
                  </a:cubicBezTo>
                  <a:cubicBezTo>
                    <a:pt x="110" y="1313"/>
                    <a:pt x="267" y="1432"/>
                    <a:pt x="442" y="1432"/>
                  </a:cubicBezTo>
                  <a:cubicBezTo>
                    <a:pt x="480" y="1432"/>
                    <a:pt x="518" y="1427"/>
                    <a:pt x="557" y="1415"/>
                  </a:cubicBezTo>
                  <a:lnTo>
                    <a:pt x="2753" y="782"/>
                  </a:lnTo>
                  <a:cubicBezTo>
                    <a:pt x="2971" y="727"/>
                    <a:pt x="3091" y="508"/>
                    <a:pt x="3037" y="290"/>
                  </a:cubicBezTo>
                  <a:cubicBezTo>
                    <a:pt x="2983" y="119"/>
                    <a:pt x="2825" y="0"/>
                    <a:pt x="2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3" name="Google Shape;1583;p69"/>
          <p:cNvGrpSpPr/>
          <p:nvPr/>
        </p:nvGrpSpPr>
        <p:grpSpPr>
          <a:xfrm>
            <a:off x="7233166" y="968002"/>
            <a:ext cx="1118852" cy="1269251"/>
            <a:chOff x="1998900" y="2143600"/>
            <a:chExt cx="296825" cy="336725"/>
          </a:xfrm>
        </p:grpSpPr>
        <p:sp>
          <p:nvSpPr>
            <p:cNvPr id="1584" name="Google Shape;1584;p69"/>
            <p:cNvSpPr/>
            <p:nvPr/>
          </p:nvSpPr>
          <p:spPr>
            <a:xfrm>
              <a:off x="2061150" y="2186750"/>
              <a:ext cx="21325" cy="24050"/>
            </a:xfrm>
            <a:custGeom>
              <a:avLst/>
              <a:gdLst/>
              <a:ahLst/>
              <a:cxnLst/>
              <a:rect l="l" t="t" r="r" b="b"/>
              <a:pathLst>
                <a:path w="853" h="962" extrusionOk="0">
                  <a:moveTo>
                    <a:pt x="437" y="0"/>
                  </a:moveTo>
                  <a:lnTo>
                    <a:pt x="0" y="262"/>
                  </a:lnTo>
                  <a:lnTo>
                    <a:pt x="404" y="961"/>
                  </a:lnTo>
                  <a:lnTo>
                    <a:pt x="852" y="711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69"/>
            <p:cNvSpPr/>
            <p:nvPr/>
          </p:nvSpPr>
          <p:spPr>
            <a:xfrm>
              <a:off x="2050225" y="2175250"/>
              <a:ext cx="28700" cy="22550"/>
            </a:xfrm>
            <a:custGeom>
              <a:avLst/>
              <a:gdLst/>
              <a:ahLst/>
              <a:cxnLst/>
              <a:rect l="l" t="t" r="r" b="b"/>
              <a:pathLst>
                <a:path w="1148" h="902" extrusionOk="0">
                  <a:moveTo>
                    <a:pt x="831" y="1"/>
                  </a:moveTo>
                  <a:cubicBezTo>
                    <a:pt x="794" y="1"/>
                    <a:pt x="756" y="12"/>
                    <a:pt x="721" y="35"/>
                  </a:cubicBezTo>
                  <a:lnTo>
                    <a:pt x="142" y="362"/>
                  </a:lnTo>
                  <a:cubicBezTo>
                    <a:pt x="33" y="428"/>
                    <a:pt x="1" y="547"/>
                    <a:pt x="66" y="657"/>
                  </a:cubicBezTo>
                  <a:lnTo>
                    <a:pt x="142" y="799"/>
                  </a:lnTo>
                  <a:cubicBezTo>
                    <a:pt x="179" y="865"/>
                    <a:pt x="251" y="902"/>
                    <a:pt x="324" y="902"/>
                  </a:cubicBezTo>
                  <a:cubicBezTo>
                    <a:pt x="359" y="902"/>
                    <a:pt x="394" y="893"/>
                    <a:pt x="426" y="875"/>
                  </a:cubicBezTo>
                  <a:lnTo>
                    <a:pt x="1016" y="537"/>
                  </a:lnTo>
                  <a:cubicBezTo>
                    <a:pt x="1115" y="482"/>
                    <a:pt x="1147" y="351"/>
                    <a:pt x="1093" y="253"/>
                  </a:cubicBezTo>
                  <a:lnTo>
                    <a:pt x="1005" y="111"/>
                  </a:lnTo>
                  <a:cubicBezTo>
                    <a:pt x="970" y="39"/>
                    <a:pt x="901" y="1"/>
                    <a:pt x="8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69"/>
            <p:cNvSpPr/>
            <p:nvPr/>
          </p:nvSpPr>
          <p:spPr>
            <a:xfrm>
              <a:off x="2212150" y="2186750"/>
              <a:ext cx="21325" cy="24050"/>
            </a:xfrm>
            <a:custGeom>
              <a:avLst/>
              <a:gdLst/>
              <a:ahLst/>
              <a:cxnLst/>
              <a:rect l="l" t="t" r="r" b="b"/>
              <a:pathLst>
                <a:path w="853" h="962" extrusionOk="0">
                  <a:moveTo>
                    <a:pt x="405" y="0"/>
                  </a:moveTo>
                  <a:lnTo>
                    <a:pt x="0" y="711"/>
                  </a:lnTo>
                  <a:lnTo>
                    <a:pt x="437" y="961"/>
                  </a:lnTo>
                  <a:lnTo>
                    <a:pt x="852" y="262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69"/>
            <p:cNvSpPr/>
            <p:nvPr/>
          </p:nvSpPr>
          <p:spPr>
            <a:xfrm>
              <a:off x="2215700" y="2175250"/>
              <a:ext cx="28425" cy="22550"/>
            </a:xfrm>
            <a:custGeom>
              <a:avLst/>
              <a:gdLst/>
              <a:ahLst/>
              <a:cxnLst/>
              <a:rect l="l" t="t" r="r" b="b"/>
              <a:pathLst>
                <a:path w="1137" h="902" extrusionOk="0">
                  <a:moveTo>
                    <a:pt x="317" y="1"/>
                  </a:moveTo>
                  <a:cubicBezTo>
                    <a:pt x="246" y="1"/>
                    <a:pt x="178" y="39"/>
                    <a:pt x="142" y="111"/>
                  </a:cubicBezTo>
                  <a:lnTo>
                    <a:pt x="55" y="253"/>
                  </a:lnTo>
                  <a:cubicBezTo>
                    <a:pt x="1" y="351"/>
                    <a:pt x="33" y="482"/>
                    <a:pt x="132" y="537"/>
                  </a:cubicBezTo>
                  <a:lnTo>
                    <a:pt x="710" y="875"/>
                  </a:lnTo>
                  <a:cubicBezTo>
                    <a:pt x="743" y="893"/>
                    <a:pt x="778" y="902"/>
                    <a:pt x="813" y="902"/>
                  </a:cubicBezTo>
                  <a:cubicBezTo>
                    <a:pt x="886" y="902"/>
                    <a:pt x="958" y="865"/>
                    <a:pt x="994" y="799"/>
                  </a:cubicBezTo>
                  <a:lnTo>
                    <a:pt x="1082" y="657"/>
                  </a:lnTo>
                  <a:cubicBezTo>
                    <a:pt x="1137" y="547"/>
                    <a:pt x="1104" y="428"/>
                    <a:pt x="1006" y="362"/>
                  </a:cubicBezTo>
                  <a:lnTo>
                    <a:pt x="426" y="35"/>
                  </a:lnTo>
                  <a:cubicBezTo>
                    <a:pt x="392" y="12"/>
                    <a:pt x="354" y="1"/>
                    <a:pt x="3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69"/>
            <p:cNvSpPr/>
            <p:nvPr/>
          </p:nvSpPr>
          <p:spPr>
            <a:xfrm>
              <a:off x="2135425" y="2164625"/>
              <a:ext cx="23500" cy="37725"/>
            </a:xfrm>
            <a:custGeom>
              <a:avLst/>
              <a:gdLst/>
              <a:ahLst/>
              <a:cxnLst/>
              <a:rect l="l" t="t" r="r" b="b"/>
              <a:pathLst>
                <a:path w="940" h="1509" extrusionOk="0">
                  <a:moveTo>
                    <a:pt x="0" y="1"/>
                  </a:moveTo>
                  <a:lnTo>
                    <a:pt x="0" y="1508"/>
                  </a:lnTo>
                  <a:lnTo>
                    <a:pt x="940" y="1508"/>
                  </a:lnTo>
                  <a:lnTo>
                    <a:pt x="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69"/>
            <p:cNvSpPr/>
            <p:nvPr/>
          </p:nvSpPr>
          <p:spPr>
            <a:xfrm>
              <a:off x="1998900" y="2183475"/>
              <a:ext cx="296825" cy="296850"/>
            </a:xfrm>
            <a:custGeom>
              <a:avLst/>
              <a:gdLst/>
              <a:ahLst/>
              <a:cxnLst/>
              <a:rect l="l" t="t" r="r" b="b"/>
              <a:pathLst>
                <a:path w="11873" h="11874" extrusionOk="0">
                  <a:moveTo>
                    <a:pt x="5931" y="0"/>
                  </a:moveTo>
                  <a:cubicBezTo>
                    <a:pt x="2654" y="0"/>
                    <a:pt x="0" y="2665"/>
                    <a:pt x="0" y="5942"/>
                  </a:cubicBezTo>
                  <a:cubicBezTo>
                    <a:pt x="0" y="9219"/>
                    <a:pt x="2654" y="11874"/>
                    <a:pt x="5931" y="11874"/>
                  </a:cubicBezTo>
                  <a:cubicBezTo>
                    <a:pt x="9208" y="11874"/>
                    <a:pt x="11873" y="9219"/>
                    <a:pt x="11873" y="5942"/>
                  </a:cubicBezTo>
                  <a:cubicBezTo>
                    <a:pt x="11873" y="2665"/>
                    <a:pt x="9208" y="0"/>
                    <a:pt x="59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69"/>
            <p:cNvSpPr/>
            <p:nvPr/>
          </p:nvSpPr>
          <p:spPr>
            <a:xfrm>
              <a:off x="2017725" y="2202325"/>
              <a:ext cx="259175" cy="259150"/>
            </a:xfrm>
            <a:custGeom>
              <a:avLst/>
              <a:gdLst/>
              <a:ahLst/>
              <a:cxnLst/>
              <a:rect l="l" t="t" r="r" b="b"/>
              <a:pathLst>
                <a:path w="10367" h="10366" extrusionOk="0">
                  <a:moveTo>
                    <a:pt x="5178" y="0"/>
                  </a:moveTo>
                  <a:cubicBezTo>
                    <a:pt x="2316" y="0"/>
                    <a:pt x="0" y="2326"/>
                    <a:pt x="0" y="5188"/>
                  </a:cubicBezTo>
                  <a:cubicBezTo>
                    <a:pt x="0" y="8050"/>
                    <a:pt x="2316" y="10365"/>
                    <a:pt x="5178" y="10365"/>
                  </a:cubicBezTo>
                  <a:cubicBezTo>
                    <a:pt x="8039" y="10365"/>
                    <a:pt x="10366" y="8050"/>
                    <a:pt x="10366" y="5188"/>
                  </a:cubicBezTo>
                  <a:cubicBezTo>
                    <a:pt x="10366" y="2326"/>
                    <a:pt x="8039" y="0"/>
                    <a:pt x="51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69"/>
            <p:cNvSpPr/>
            <p:nvPr/>
          </p:nvSpPr>
          <p:spPr>
            <a:xfrm>
              <a:off x="2062500" y="2252450"/>
              <a:ext cx="109800" cy="104450"/>
            </a:xfrm>
            <a:custGeom>
              <a:avLst/>
              <a:gdLst/>
              <a:ahLst/>
              <a:cxnLst/>
              <a:rect l="l" t="t" r="r" b="b"/>
              <a:pathLst>
                <a:path w="4392" h="4178" extrusionOk="0">
                  <a:moveTo>
                    <a:pt x="202" y="0"/>
                  </a:moveTo>
                  <a:cubicBezTo>
                    <a:pt x="196" y="0"/>
                    <a:pt x="190" y="2"/>
                    <a:pt x="187" y="5"/>
                  </a:cubicBezTo>
                  <a:cubicBezTo>
                    <a:pt x="1" y="168"/>
                    <a:pt x="4119" y="4177"/>
                    <a:pt x="4119" y="4177"/>
                  </a:cubicBezTo>
                  <a:lnTo>
                    <a:pt x="4392" y="3904"/>
                  </a:lnTo>
                  <a:cubicBezTo>
                    <a:pt x="4392" y="3904"/>
                    <a:pt x="530" y="0"/>
                    <a:pt x="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69"/>
            <p:cNvSpPr/>
            <p:nvPr/>
          </p:nvSpPr>
          <p:spPr>
            <a:xfrm>
              <a:off x="2130225" y="2314825"/>
              <a:ext cx="34175" cy="34150"/>
            </a:xfrm>
            <a:custGeom>
              <a:avLst/>
              <a:gdLst/>
              <a:ahLst/>
              <a:cxnLst/>
              <a:rect l="l" t="t" r="r" b="b"/>
              <a:pathLst>
                <a:path w="1367" h="1366" extrusionOk="0">
                  <a:moveTo>
                    <a:pt x="678" y="0"/>
                  </a:moveTo>
                  <a:cubicBezTo>
                    <a:pt x="306" y="0"/>
                    <a:pt x="1" y="306"/>
                    <a:pt x="1" y="688"/>
                  </a:cubicBezTo>
                  <a:cubicBezTo>
                    <a:pt x="1" y="1059"/>
                    <a:pt x="306" y="1365"/>
                    <a:pt x="678" y="1365"/>
                  </a:cubicBezTo>
                  <a:cubicBezTo>
                    <a:pt x="1060" y="1365"/>
                    <a:pt x="1366" y="1059"/>
                    <a:pt x="1366" y="688"/>
                  </a:cubicBezTo>
                  <a:cubicBezTo>
                    <a:pt x="1366" y="306"/>
                    <a:pt x="1060" y="0"/>
                    <a:pt x="6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69"/>
            <p:cNvSpPr/>
            <p:nvPr/>
          </p:nvSpPr>
          <p:spPr>
            <a:xfrm>
              <a:off x="2137875" y="2322725"/>
              <a:ext cx="18600" cy="18600"/>
            </a:xfrm>
            <a:custGeom>
              <a:avLst/>
              <a:gdLst/>
              <a:ahLst/>
              <a:cxnLst/>
              <a:rect l="l" t="t" r="r" b="b"/>
              <a:pathLst>
                <a:path w="744" h="744" extrusionOk="0">
                  <a:moveTo>
                    <a:pt x="372" y="1"/>
                  </a:moveTo>
                  <a:cubicBezTo>
                    <a:pt x="165" y="1"/>
                    <a:pt x="0" y="165"/>
                    <a:pt x="0" y="372"/>
                  </a:cubicBezTo>
                  <a:cubicBezTo>
                    <a:pt x="0" y="580"/>
                    <a:pt x="165" y="743"/>
                    <a:pt x="372" y="743"/>
                  </a:cubicBezTo>
                  <a:cubicBezTo>
                    <a:pt x="580" y="743"/>
                    <a:pt x="743" y="580"/>
                    <a:pt x="743" y="372"/>
                  </a:cubicBezTo>
                  <a:cubicBezTo>
                    <a:pt x="743" y="165"/>
                    <a:pt x="580" y="1"/>
                    <a:pt x="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69"/>
            <p:cNvSpPr/>
            <p:nvPr/>
          </p:nvSpPr>
          <p:spPr>
            <a:xfrm>
              <a:off x="2140600" y="2209425"/>
              <a:ext cx="13425" cy="22675"/>
            </a:xfrm>
            <a:custGeom>
              <a:avLst/>
              <a:gdLst/>
              <a:ahLst/>
              <a:cxnLst/>
              <a:rect l="l" t="t" r="r" b="b"/>
              <a:pathLst>
                <a:path w="537" h="907" extrusionOk="0">
                  <a:moveTo>
                    <a:pt x="1" y="0"/>
                  </a:moveTo>
                  <a:lnTo>
                    <a:pt x="1" y="906"/>
                  </a:lnTo>
                  <a:lnTo>
                    <a:pt x="536" y="906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69"/>
            <p:cNvSpPr/>
            <p:nvPr/>
          </p:nvSpPr>
          <p:spPr>
            <a:xfrm>
              <a:off x="2024550" y="2325200"/>
              <a:ext cx="22675" cy="13400"/>
            </a:xfrm>
            <a:custGeom>
              <a:avLst/>
              <a:gdLst/>
              <a:ahLst/>
              <a:cxnLst/>
              <a:rect l="l" t="t" r="r" b="b"/>
              <a:pathLst>
                <a:path w="907" h="536" extrusionOk="0">
                  <a:moveTo>
                    <a:pt x="1" y="0"/>
                  </a:moveTo>
                  <a:lnTo>
                    <a:pt x="1" y="535"/>
                  </a:lnTo>
                  <a:lnTo>
                    <a:pt x="907" y="535"/>
                  </a:lnTo>
                  <a:lnTo>
                    <a:pt x="9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69"/>
            <p:cNvSpPr/>
            <p:nvPr/>
          </p:nvSpPr>
          <p:spPr>
            <a:xfrm>
              <a:off x="2140600" y="2431950"/>
              <a:ext cx="13425" cy="22700"/>
            </a:xfrm>
            <a:custGeom>
              <a:avLst/>
              <a:gdLst/>
              <a:ahLst/>
              <a:cxnLst/>
              <a:rect l="l" t="t" r="r" b="b"/>
              <a:pathLst>
                <a:path w="537" h="908" extrusionOk="0">
                  <a:moveTo>
                    <a:pt x="1" y="1"/>
                  </a:moveTo>
                  <a:lnTo>
                    <a:pt x="1" y="908"/>
                  </a:lnTo>
                  <a:lnTo>
                    <a:pt x="536" y="908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69"/>
            <p:cNvSpPr/>
            <p:nvPr/>
          </p:nvSpPr>
          <p:spPr>
            <a:xfrm>
              <a:off x="2247100" y="2325200"/>
              <a:ext cx="22700" cy="13400"/>
            </a:xfrm>
            <a:custGeom>
              <a:avLst/>
              <a:gdLst/>
              <a:ahLst/>
              <a:cxnLst/>
              <a:rect l="l" t="t" r="r" b="b"/>
              <a:pathLst>
                <a:path w="908" h="536" extrusionOk="0">
                  <a:moveTo>
                    <a:pt x="0" y="0"/>
                  </a:moveTo>
                  <a:lnTo>
                    <a:pt x="0" y="535"/>
                  </a:lnTo>
                  <a:lnTo>
                    <a:pt x="907" y="535"/>
                  </a:lnTo>
                  <a:lnTo>
                    <a:pt x="9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69"/>
            <p:cNvSpPr/>
            <p:nvPr/>
          </p:nvSpPr>
          <p:spPr>
            <a:xfrm>
              <a:off x="2083800" y="2228850"/>
              <a:ext cx="15600" cy="13475"/>
            </a:xfrm>
            <a:custGeom>
              <a:avLst/>
              <a:gdLst/>
              <a:ahLst/>
              <a:cxnLst/>
              <a:rect l="l" t="t" r="r" b="b"/>
              <a:pathLst>
                <a:path w="624" h="539" extrusionOk="0">
                  <a:moveTo>
                    <a:pt x="305" y="1"/>
                  </a:moveTo>
                  <a:cubicBezTo>
                    <a:pt x="261" y="1"/>
                    <a:pt x="217" y="11"/>
                    <a:pt x="175" y="31"/>
                  </a:cubicBezTo>
                  <a:cubicBezTo>
                    <a:pt x="44" y="107"/>
                    <a:pt x="1" y="272"/>
                    <a:pt x="78" y="403"/>
                  </a:cubicBezTo>
                  <a:cubicBezTo>
                    <a:pt x="128" y="490"/>
                    <a:pt x="218" y="539"/>
                    <a:pt x="311" y="539"/>
                  </a:cubicBezTo>
                  <a:cubicBezTo>
                    <a:pt x="358" y="539"/>
                    <a:pt x="405" y="526"/>
                    <a:pt x="449" y="501"/>
                  </a:cubicBezTo>
                  <a:cubicBezTo>
                    <a:pt x="569" y="425"/>
                    <a:pt x="624" y="260"/>
                    <a:pt x="547" y="129"/>
                  </a:cubicBezTo>
                  <a:cubicBezTo>
                    <a:pt x="495" y="47"/>
                    <a:pt x="401" y="1"/>
                    <a:pt x="3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69"/>
            <p:cNvSpPr/>
            <p:nvPr/>
          </p:nvSpPr>
          <p:spPr>
            <a:xfrm>
              <a:off x="2043125" y="2269625"/>
              <a:ext cx="15325" cy="13375"/>
            </a:xfrm>
            <a:custGeom>
              <a:avLst/>
              <a:gdLst/>
              <a:ahLst/>
              <a:cxnLst/>
              <a:rect l="l" t="t" r="r" b="b"/>
              <a:pathLst>
                <a:path w="613" h="535" extrusionOk="0">
                  <a:moveTo>
                    <a:pt x="310" y="1"/>
                  </a:moveTo>
                  <a:cubicBezTo>
                    <a:pt x="217" y="1"/>
                    <a:pt x="128" y="49"/>
                    <a:pt x="77" y="137"/>
                  </a:cubicBezTo>
                  <a:cubicBezTo>
                    <a:pt x="1" y="257"/>
                    <a:pt x="44" y="421"/>
                    <a:pt x="175" y="498"/>
                  </a:cubicBezTo>
                  <a:cubicBezTo>
                    <a:pt x="219" y="523"/>
                    <a:pt x="266" y="535"/>
                    <a:pt x="312" y="535"/>
                  </a:cubicBezTo>
                  <a:cubicBezTo>
                    <a:pt x="405" y="535"/>
                    <a:pt x="495" y="486"/>
                    <a:pt x="547" y="399"/>
                  </a:cubicBezTo>
                  <a:cubicBezTo>
                    <a:pt x="612" y="279"/>
                    <a:pt x="569" y="104"/>
                    <a:pt x="448" y="39"/>
                  </a:cubicBezTo>
                  <a:cubicBezTo>
                    <a:pt x="404" y="13"/>
                    <a:pt x="357" y="1"/>
                    <a:pt x="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69"/>
            <p:cNvSpPr/>
            <p:nvPr/>
          </p:nvSpPr>
          <p:spPr>
            <a:xfrm>
              <a:off x="2195225" y="2228850"/>
              <a:ext cx="15300" cy="13475"/>
            </a:xfrm>
            <a:custGeom>
              <a:avLst/>
              <a:gdLst/>
              <a:ahLst/>
              <a:cxnLst/>
              <a:rect l="l" t="t" r="r" b="b"/>
              <a:pathLst>
                <a:path w="612" h="539" extrusionOk="0">
                  <a:moveTo>
                    <a:pt x="315" y="1"/>
                  </a:moveTo>
                  <a:cubicBezTo>
                    <a:pt x="223" y="1"/>
                    <a:pt x="129" y="47"/>
                    <a:pt x="77" y="129"/>
                  </a:cubicBezTo>
                  <a:cubicBezTo>
                    <a:pt x="0" y="260"/>
                    <a:pt x="44" y="425"/>
                    <a:pt x="175" y="501"/>
                  </a:cubicBezTo>
                  <a:cubicBezTo>
                    <a:pt x="219" y="526"/>
                    <a:pt x="266" y="539"/>
                    <a:pt x="313" y="539"/>
                  </a:cubicBezTo>
                  <a:cubicBezTo>
                    <a:pt x="405" y="539"/>
                    <a:pt x="492" y="490"/>
                    <a:pt x="536" y="403"/>
                  </a:cubicBezTo>
                  <a:cubicBezTo>
                    <a:pt x="612" y="272"/>
                    <a:pt x="568" y="107"/>
                    <a:pt x="437" y="31"/>
                  </a:cubicBezTo>
                  <a:cubicBezTo>
                    <a:pt x="399" y="11"/>
                    <a:pt x="357" y="1"/>
                    <a:pt x="3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69"/>
            <p:cNvSpPr/>
            <p:nvPr/>
          </p:nvSpPr>
          <p:spPr>
            <a:xfrm>
              <a:off x="2235925" y="2269625"/>
              <a:ext cx="15300" cy="13375"/>
            </a:xfrm>
            <a:custGeom>
              <a:avLst/>
              <a:gdLst/>
              <a:ahLst/>
              <a:cxnLst/>
              <a:rect l="l" t="t" r="r" b="b"/>
              <a:pathLst>
                <a:path w="612" h="535" extrusionOk="0">
                  <a:moveTo>
                    <a:pt x="313" y="1"/>
                  </a:moveTo>
                  <a:cubicBezTo>
                    <a:pt x="266" y="1"/>
                    <a:pt x="219" y="13"/>
                    <a:pt x="175" y="39"/>
                  </a:cubicBezTo>
                  <a:cubicBezTo>
                    <a:pt x="44" y="104"/>
                    <a:pt x="0" y="279"/>
                    <a:pt x="76" y="399"/>
                  </a:cubicBezTo>
                  <a:cubicBezTo>
                    <a:pt x="127" y="486"/>
                    <a:pt x="217" y="535"/>
                    <a:pt x="310" y="535"/>
                  </a:cubicBezTo>
                  <a:cubicBezTo>
                    <a:pt x="357" y="535"/>
                    <a:pt x="404" y="523"/>
                    <a:pt x="447" y="498"/>
                  </a:cubicBezTo>
                  <a:cubicBezTo>
                    <a:pt x="568" y="421"/>
                    <a:pt x="612" y="257"/>
                    <a:pt x="546" y="137"/>
                  </a:cubicBezTo>
                  <a:cubicBezTo>
                    <a:pt x="495" y="49"/>
                    <a:pt x="405" y="1"/>
                    <a:pt x="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69"/>
            <p:cNvSpPr/>
            <p:nvPr/>
          </p:nvSpPr>
          <p:spPr>
            <a:xfrm>
              <a:off x="2083800" y="2421650"/>
              <a:ext cx="15600" cy="13475"/>
            </a:xfrm>
            <a:custGeom>
              <a:avLst/>
              <a:gdLst/>
              <a:ahLst/>
              <a:cxnLst/>
              <a:rect l="l" t="t" r="r" b="b"/>
              <a:pathLst>
                <a:path w="624" h="539" extrusionOk="0">
                  <a:moveTo>
                    <a:pt x="319" y="0"/>
                  </a:moveTo>
                  <a:cubicBezTo>
                    <a:pt x="223" y="0"/>
                    <a:pt x="130" y="47"/>
                    <a:pt x="78" y="129"/>
                  </a:cubicBezTo>
                  <a:cubicBezTo>
                    <a:pt x="1" y="260"/>
                    <a:pt x="44" y="424"/>
                    <a:pt x="175" y="500"/>
                  </a:cubicBezTo>
                  <a:cubicBezTo>
                    <a:pt x="219" y="526"/>
                    <a:pt x="267" y="538"/>
                    <a:pt x="313" y="538"/>
                  </a:cubicBezTo>
                  <a:cubicBezTo>
                    <a:pt x="406" y="538"/>
                    <a:pt x="496" y="490"/>
                    <a:pt x="547" y="402"/>
                  </a:cubicBezTo>
                  <a:cubicBezTo>
                    <a:pt x="624" y="271"/>
                    <a:pt x="569" y="107"/>
                    <a:pt x="449" y="31"/>
                  </a:cubicBezTo>
                  <a:cubicBezTo>
                    <a:pt x="408" y="10"/>
                    <a:pt x="363" y="0"/>
                    <a:pt x="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69"/>
            <p:cNvSpPr/>
            <p:nvPr/>
          </p:nvSpPr>
          <p:spPr>
            <a:xfrm>
              <a:off x="2043125" y="2380825"/>
              <a:ext cx="15325" cy="13600"/>
            </a:xfrm>
            <a:custGeom>
              <a:avLst/>
              <a:gdLst/>
              <a:ahLst/>
              <a:cxnLst/>
              <a:rect l="l" t="t" r="r" b="b"/>
              <a:pathLst>
                <a:path w="613" h="544" extrusionOk="0">
                  <a:moveTo>
                    <a:pt x="306" y="1"/>
                  </a:moveTo>
                  <a:cubicBezTo>
                    <a:pt x="262" y="1"/>
                    <a:pt x="217" y="12"/>
                    <a:pt x="175" y="36"/>
                  </a:cubicBezTo>
                  <a:cubicBezTo>
                    <a:pt x="44" y="113"/>
                    <a:pt x="1" y="276"/>
                    <a:pt x="77" y="407"/>
                  </a:cubicBezTo>
                  <a:cubicBezTo>
                    <a:pt x="128" y="495"/>
                    <a:pt x="218" y="543"/>
                    <a:pt x="311" y="543"/>
                  </a:cubicBezTo>
                  <a:cubicBezTo>
                    <a:pt x="357" y="543"/>
                    <a:pt x="404" y="531"/>
                    <a:pt x="448" y="506"/>
                  </a:cubicBezTo>
                  <a:cubicBezTo>
                    <a:pt x="569" y="429"/>
                    <a:pt x="612" y="266"/>
                    <a:pt x="547" y="135"/>
                  </a:cubicBezTo>
                  <a:cubicBezTo>
                    <a:pt x="494" y="52"/>
                    <a:pt x="401" y="1"/>
                    <a:pt x="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69"/>
            <p:cNvSpPr/>
            <p:nvPr/>
          </p:nvSpPr>
          <p:spPr>
            <a:xfrm>
              <a:off x="2195225" y="2421650"/>
              <a:ext cx="15300" cy="13475"/>
            </a:xfrm>
            <a:custGeom>
              <a:avLst/>
              <a:gdLst/>
              <a:ahLst/>
              <a:cxnLst/>
              <a:rect l="l" t="t" r="r" b="b"/>
              <a:pathLst>
                <a:path w="612" h="539" extrusionOk="0">
                  <a:moveTo>
                    <a:pt x="305" y="0"/>
                  </a:moveTo>
                  <a:cubicBezTo>
                    <a:pt x="261" y="0"/>
                    <a:pt x="216" y="10"/>
                    <a:pt x="175" y="31"/>
                  </a:cubicBezTo>
                  <a:cubicBezTo>
                    <a:pt x="44" y="107"/>
                    <a:pt x="0" y="271"/>
                    <a:pt x="77" y="402"/>
                  </a:cubicBezTo>
                  <a:cubicBezTo>
                    <a:pt x="128" y="490"/>
                    <a:pt x="217" y="538"/>
                    <a:pt x="307" y="538"/>
                  </a:cubicBezTo>
                  <a:cubicBezTo>
                    <a:pt x="352" y="538"/>
                    <a:pt x="397" y="526"/>
                    <a:pt x="437" y="500"/>
                  </a:cubicBezTo>
                  <a:cubicBezTo>
                    <a:pt x="568" y="424"/>
                    <a:pt x="612" y="260"/>
                    <a:pt x="536" y="129"/>
                  </a:cubicBezTo>
                  <a:cubicBezTo>
                    <a:pt x="491" y="47"/>
                    <a:pt x="400" y="0"/>
                    <a:pt x="3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69"/>
            <p:cNvSpPr/>
            <p:nvPr/>
          </p:nvSpPr>
          <p:spPr>
            <a:xfrm>
              <a:off x="2235925" y="2380825"/>
              <a:ext cx="15300" cy="13600"/>
            </a:xfrm>
            <a:custGeom>
              <a:avLst/>
              <a:gdLst/>
              <a:ahLst/>
              <a:cxnLst/>
              <a:rect l="l" t="t" r="r" b="b"/>
              <a:pathLst>
                <a:path w="612" h="544" extrusionOk="0">
                  <a:moveTo>
                    <a:pt x="317" y="1"/>
                  </a:moveTo>
                  <a:cubicBezTo>
                    <a:pt x="222" y="1"/>
                    <a:pt x="129" y="52"/>
                    <a:pt x="76" y="135"/>
                  </a:cubicBezTo>
                  <a:cubicBezTo>
                    <a:pt x="0" y="266"/>
                    <a:pt x="44" y="429"/>
                    <a:pt x="175" y="506"/>
                  </a:cubicBezTo>
                  <a:cubicBezTo>
                    <a:pt x="218" y="531"/>
                    <a:pt x="266" y="543"/>
                    <a:pt x="312" y="543"/>
                  </a:cubicBezTo>
                  <a:cubicBezTo>
                    <a:pt x="405" y="543"/>
                    <a:pt x="495" y="495"/>
                    <a:pt x="546" y="407"/>
                  </a:cubicBezTo>
                  <a:cubicBezTo>
                    <a:pt x="612" y="276"/>
                    <a:pt x="568" y="113"/>
                    <a:pt x="447" y="36"/>
                  </a:cubicBezTo>
                  <a:cubicBezTo>
                    <a:pt x="406" y="12"/>
                    <a:pt x="361" y="1"/>
                    <a:pt x="3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69"/>
            <p:cNvSpPr/>
            <p:nvPr/>
          </p:nvSpPr>
          <p:spPr>
            <a:xfrm>
              <a:off x="2122025" y="2143600"/>
              <a:ext cx="50275" cy="27075"/>
            </a:xfrm>
            <a:custGeom>
              <a:avLst/>
              <a:gdLst/>
              <a:ahLst/>
              <a:cxnLst/>
              <a:rect l="l" t="t" r="r" b="b"/>
              <a:pathLst>
                <a:path w="2011" h="1083" extrusionOk="0">
                  <a:moveTo>
                    <a:pt x="394" y="0"/>
                  </a:moveTo>
                  <a:cubicBezTo>
                    <a:pt x="176" y="0"/>
                    <a:pt x="1" y="175"/>
                    <a:pt x="1" y="394"/>
                  </a:cubicBezTo>
                  <a:lnTo>
                    <a:pt x="1" y="699"/>
                  </a:lnTo>
                  <a:cubicBezTo>
                    <a:pt x="1" y="907"/>
                    <a:pt x="176" y="1082"/>
                    <a:pt x="394" y="1082"/>
                  </a:cubicBezTo>
                  <a:lnTo>
                    <a:pt x="1629" y="1082"/>
                  </a:lnTo>
                  <a:cubicBezTo>
                    <a:pt x="1847" y="1082"/>
                    <a:pt x="2011" y="907"/>
                    <a:pt x="2011" y="699"/>
                  </a:cubicBezTo>
                  <a:lnTo>
                    <a:pt x="2011" y="394"/>
                  </a:lnTo>
                  <a:cubicBezTo>
                    <a:pt x="2011" y="175"/>
                    <a:pt x="1847" y="0"/>
                    <a:pt x="16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7" name="Google Shape;1607;p69"/>
          <p:cNvGrpSpPr/>
          <p:nvPr/>
        </p:nvGrpSpPr>
        <p:grpSpPr>
          <a:xfrm rot="-1799584">
            <a:off x="688202" y="728106"/>
            <a:ext cx="1416191" cy="1889086"/>
            <a:chOff x="3247375" y="3149325"/>
            <a:chExt cx="1970350" cy="2628291"/>
          </a:xfrm>
        </p:grpSpPr>
        <p:sp>
          <p:nvSpPr>
            <p:cNvPr id="1608" name="Google Shape;1608;p69"/>
            <p:cNvSpPr/>
            <p:nvPr/>
          </p:nvSpPr>
          <p:spPr>
            <a:xfrm>
              <a:off x="3468760" y="3195629"/>
              <a:ext cx="1540139" cy="2581987"/>
            </a:xfrm>
            <a:custGeom>
              <a:avLst/>
              <a:gdLst/>
              <a:ahLst/>
              <a:cxnLst/>
              <a:rect l="l" t="t" r="r" b="b"/>
              <a:pathLst>
                <a:path w="13371" h="22416" extrusionOk="0">
                  <a:moveTo>
                    <a:pt x="601" y="1"/>
                  </a:moveTo>
                  <a:cubicBezTo>
                    <a:pt x="258" y="1"/>
                    <a:pt x="17" y="84"/>
                    <a:pt x="1" y="90"/>
                  </a:cubicBezTo>
                  <a:lnTo>
                    <a:pt x="77" y="286"/>
                  </a:lnTo>
                  <a:cubicBezTo>
                    <a:pt x="77" y="286"/>
                    <a:pt x="291" y="211"/>
                    <a:pt x="600" y="211"/>
                  </a:cubicBezTo>
                  <a:cubicBezTo>
                    <a:pt x="891" y="211"/>
                    <a:pt x="1267" y="278"/>
                    <a:pt x="1628" y="538"/>
                  </a:cubicBezTo>
                  <a:cubicBezTo>
                    <a:pt x="2501" y="1149"/>
                    <a:pt x="2950" y="2645"/>
                    <a:pt x="2928" y="4852"/>
                  </a:cubicBezTo>
                  <a:cubicBezTo>
                    <a:pt x="2928" y="6130"/>
                    <a:pt x="2807" y="7681"/>
                    <a:pt x="2688" y="9330"/>
                  </a:cubicBezTo>
                  <a:cubicBezTo>
                    <a:pt x="2327" y="14191"/>
                    <a:pt x="1923" y="19696"/>
                    <a:pt x="3867" y="21673"/>
                  </a:cubicBezTo>
                  <a:cubicBezTo>
                    <a:pt x="4358" y="22165"/>
                    <a:pt x="4981" y="22416"/>
                    <a:pt x="5713" y="22416"/>
                  </a:cubicBezTo>
                  <a:lnTo>
                    <a:pt x="5921" y="22416"/>
                  </a:lnTo>
                  <a:cubicBezTo>
                    <a:pt x="6587" y="22372"/>
                    <a:pt x="7155" y="22078"/>
                    <a:pt x="7625" y="21531"/>
                  </a:cubicBezTo>
                  <a:cubicBezTo>
                    <a:pt x="10006" y="18735"/>
                    <a:pt x="9164" y="10117"/>
                    <a:pt x="8761" y="5966"/>
                  </a:cubicBezTo>
                  <a:cubicBezTo>
                    <a:pt x="8673" y="4994"/>
                    <a:pt x="8596" y="4284"/>
                    <a:pt x="8618" y="4077"/>
                  </a:cubicBezTo>
                  <a:cubicBezTo>
                    <a:pt x="8662" y="3596"/>
                    <a:pt x="8848" y="3247"/>
                    <a:pt x="9176" y="3006"/>
                  </a:cubicBezTo>
                  <a:cubicBezTo>
                    <a:pt x="9559" y="2718"/>
                    <a:pt x="10154" y="2576"/>
                    <a:pt x="10952" y="2576"/>
                  </a:cubicBezTo>
                  <a:cubicBezTo>
                    <a:pt x="11607" y="2576"/>
                    <a:pt x="12400" y="2672"/>
                    <a:pt x="13326" y="2864"/>
                  </a:cubicBezTo>
                  <a:lnTo>
                    <a:pt x="13370" y="2657"/>
                  </a:lnTo>
                  <a:cubicBezTo>
                    <a:pt x="12421" y="2458"/>
                    <a:pt x="11613" y="2358"/>
                    <a:pt x="10942" y="2358"/>
                  </a:cubicBezTo>
                  <a:cubicBezTo>
                    <a:pt x="10099" y="2358"/>
                    <a:pt x="9470" y="2515"/>
                    <a:pt x="9045" y="2832"/>
                  </a:cubicBezTo>
                  <a:cubicBezTo>
                    <a:pt x="8673" y="3116"/>
                    <a:pt x="8465" y="3509"/>
                    <a:pt x="8411" y="4055"/>
                  </a:cubicBezTo>
                  <a:cubicBezTo>
                    <a:pt x="8389" y="4284"/>
                    <a:pt x="8455" y="4961"/>
                    <a:pt x="8553" y="5988"/>
                  </a:cubicBezTo>
                  <a:cubicBezTo>
                    <a:pt x="8924" y="9778"/>
                    <a:pt x="9787" y="18670"/>
                    <a:pt x="7460" y="21400"/>
                  </a:cubicBezTo>
                  <a:cubicBezTo>
                    <a:pt x="7035" y="21891"/>
                    <a:pt x="6511" y="22165"/>
                    <a:pt x="5909" y="22209"/>
                  </a:cubicBezTo>
                  <a:cubicBezTo>
                    <a:pt x="5845" y="22212"/>
                    <a:pt x="5782" y="22214"/>
                    <a:pt x="5719" y="22214"/>
                  </a:cubicBezTo>
                  <a:cubicBezTo>
                    <a:pt x="5032" y="22214"/>
                    <a:pt x="4470" y="21992"/>
                    <a:pt x="4020" y="21531"/>
                  </a:cubicBezTo>
                  <a:cubicBezTo>
                    <a:pt x="2141" y="19619"/>
                    <a:pt x="2545" y="14158"/>
                    <a:pt x="2895" y="9342"/>
                  </a:cubicBezTo>
                  <a:cubicBezTo>
                    <a:pt x="3015" y="7692"/>
                    <a:pt x="3135" y="6141"/>
                    <a:pt x="3146" y="4852"/>
                  </a:cubicBezTo>
                  <a:cubicBezTo>
                    <a:pt x="3157" y="2548"/>
                    <a:pt x="2688" y="1029"/>
                    <a:pt x="1748" y="363"/>
                  </a:cubicBezTo>
                  <a:cubicBezTo>
                    <a:pt x="1344" y="76"/>
                    <a:pt x="927" y="1"/>
                    <a:pt x="6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69"/>
            <p:cNvSpPr/>
            <p:nvPr/>
          </p:nvSpPr>
          <p:spPr>
            <a:xfrm>
              <a:off x="3247375" y="3166948"/>
              <a:ext cx="18890" cy="98253"/>
            </a:xfrm>
            <a:custGeom>
              <a:avLst/>
              <a:gdLst/>
              <a:ahLst/>
              <a:cxnLst/>
              <a:rect l="l" t="t" r="r" b="b"/>
              <a:pathLst>
                <a:path w="164" h="853" extrusionOk="0">
                  <a:moveTo>
                    <a:pt x="164" y="0"/>
                  </a:moveTo>
                  <a:cubicBezTo>
                    <a:pt x="76" y="11"/>
                    <a:pt x="0" y="197"/>
                    <a:pt x="0" y="426"/>
                  </a:cubicBezTo>
                  <a:cubicBezTo>
                    <a:pt x="0" y="656"/>
                    <a:pt x="76" y="841"/>
                    <a:pt x="164" y="852"/>
                  </a:cubicBezTo>
                  <a:lnTo>
                    <a:pt x="1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69"/>
            <p:cNvSpPr/>
            <p:nvPr/>
          </p:nvSpPr>
          <p:spPr>
            <a:xfrm>
              <a:off x="3264998" y="3149325"/>
              <a:ext cx="293146" cy="130965"/>
            </a:xfrm>
            <a:custGeom>
              <a:avLst/>
              <a:gdLst/>
              <a:ahLst/>
              <a:cxnLst/>
              <a:rect l="l" t="t" r="r" b="b"/>
              <a:pathLst>
                <a:path w="2545" h="1137" extrusionOk="0"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lnTo>
                    <a:pt x="0" y="1049"/>
                  </a:lnTo>
                  <a:cubicBezTo>
                    <a:pt x="0" y="1093"/>
                    <a:pt x="44" y="1136"/>
                    <a:pt x="98" y="1136"/>
                  </a:cubicBezTo>
                  <a:lnTo>
                    <a:pt x="2447" y="1059"/>
                  </a:lnTo>
                  <a:cubicBezTo>
                    <a:pt x="2501" y="1059"/>
                    <a:pt x="2545" y="1016"/>
                    <a:pt x="2545" y="962"/>
                  </a:cubicBezTo>
                  <a:lnTo>
                    <a:pt x="2545" y="208"/>
                  </a:lnTo>
                  <a:cubicBezTo>
                    <a:pt x="2545" y="153"/>
                    <a:pt x="2501" y="110"/>
                    <a:pt x="2447" y="110"/>
                  </a:cubicBezTo>
                  <a:lnTo>
                    <a:pt x="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69"/>
            <p:cNvSpPr/>
            <p:nvPr/>
          </p:nvSpPr>
          <p:spPr>
            <a:xfrm>
              <a:off x="3323973" y="3151859"/>
              <a:ext cx="25341" cy="68074"/>
            </a:xfrm>
            <a:custGeom>
              <a:avLst/>
              <a:gdLst/>
              <a:ahLst/>
              <a:cxnLst/>
              <a:rect l="l" t="t" r="r" b="b"/>
              <a:pathLst>
                <a:path w="220" h="591" extrusionOk="0">
                  <a:moveTo>
                    <a:pt x="1" y="0"/>
                  </a:moveTo>
                  <a:lnTo>
                    <a:pt x="12" y="590"/>
                  </a:lnTo>
                  <a:lnTo>
                    <a:pt x="219" y="590"/>
                  </a:lnTo>
                  <a:lnTo>
                    <a:pt x="219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69"/>
            <p:cNvSpPr/>
            <p:nvPr/>
          </p:nvSpPr>
          <p:spPr>
            <a:xfrm>
              <a:off x="3380644" y="3154393"/>
              <a:ext cx="25341" cy="69226"/>
            </a:xfrm>
            <a:custGeom>
              <a:avLst/>
              <a:gdLst/>
              <a:ahLst/>
              <a:cxnLst/>
              <a:rect l="l" t="t" r="r" b="b"/>
              <a:pathLst>
                <a:path w="220" h="601" extrusionOk="0">
                  <a:moveTo>
                    <a:pt x="1" y="0"/>
                  </a:moveTo>
                  <a:lnTo>
                    <a:pt x="11" y="600"/>
                  </a:lnTo>
                  <a:lnTo>
                    <a:pt x="219" y="600"/>
                  </a:lnTo>
                  <a:lnTo>
                    <a:pt x="219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69"/>
            <p:cNvSpPr/>
            <p:nvPr/>
          </p:nvSpPr>
          <p:spPr>
            <a:xfrm>
              <a:off x="3438582" y="3156812"/>
              <a:ext cx="23958" cy="69341"/>
            </a:xfrm>
            <a:custGeom>
              <a:avLst/>
              <a:gdLst/>
              <a:ahLst/>
              <a:cxnLst/>
              <a:rect l="l" t="t" r="r" b="b"/>
              <a:pathLst>
                <a:path w="208" h="602" extrusionOk="0">
                  <a:moveTo>
                    <a:pt x="0" y="1"/>
                  </a:moveTo>
                  <a:lnTo>
                    <a:pt x="0" y="601"/>
                  </a:lnTo>
                  <a:lnTo>
                    <a:pt x="207" y="601"/>
                  </a:lnTo>
                  <a:lnTo>
                    <a:pt x="207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69"/>
            <p:cNvSpPr/>
            <p:nvPr/>
          </p:nvSpPr>
          <p:spPr>
            <a:xfrm>
              <a:off x="5198604" y="3459977"/>
              <a:ext cx="19121" cy="98253"/>
            </a:xfrm>
            <a:custGeom>
              <a:avLst/>
              <a:gdLst/>
              <a:ahLst/>
              <a:cxnLst/>
              <a:rect l="l" t="t" r="r" b="b"/>
              <a:pathLst>
                <a:path w="166" h="853" extrusionOk="0">
                  <a:moveTo>
                    <a:pt x="1" y="1"/>
                  </a:moveTo>
                  <a:lnTo>
                    <a:pt x="1" y="853"/>
                  </a:lnTo>
                  <a:cubicBezTo>
                    <a:pt x="88" y="842"/>
                    <a:pt x="165" y="656"/>
                    <a:pt x="165" y="427"/>
                  </a:cubicBezTo>
                  <a:cubicBezTo>
                    <a:pt x="165" y="198"/>
                    <a:pt x="88" y="1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69"/>
            <p:cNvSpPr/>
            <p:nvPr/>
          </p:nvSpPr>
          <p:spPr>
            <a:xfrm>
              <a:off x="4906726" y="3443736"/>
              <a:ext cx="293376" cy="130965"/>
            </a:xfrm>
            <a:custGeom>
              <a:avLst/>
              <a:gdLst/>
              <a:ahLst/>
              <a:cxnLst/>
              <a:rect l="l" t="t" r="r" b="b"/>
              <a:pathLst>
                <a:path w="2547" h="1137" extrusionOk="0">
                  <a:moveTo>
                    <a:pt x="2448" y="0"/>
                  </a:moveTo>
                  <a:lnTo>
                    <a:pt x="100" y="76"/>
                  </a:lnTo>
                  <a:cubicBezTo>
                    <a:pt x="45" y="76"/>
                    <a:pt x="1" y="120"/>
                    <a:pt x="1" y="175"/>
                  </a:cubicBezTo>
                  <a:lnTo>
                    <a:pt x="1" y="940"/>
                  </a:lnTo>
                  <a:cubicBezTo>
                    <a:pt x="1" y="983"/>
                    <a:pt x="45" y="1027"/>
                    <a:pt x="100" y="1027"/>
                  </a:cubicBezTo>
                  <a:lnTo>
                    <a:pt x="2448" y="1136"/>
                  </a:lnTo>
                  <a:cubicBezTo>
                    <a:pt x="2503" y="1136"/>
                    <a:pt x="2546" y="1103"/>
                    <a:pt x="2546" y="1049"/>
                  </a:cubicBezTo>
                  <a:lnTo>
                    <a:pt x="2546" y="98"/>
                  </a:lnTo>
                  <a:cubicBezTo>
                    <a:pt x="2546" y="44"/>
                    <a:pt x="2503" y="0"/>
                    <a:pt x="2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69"/>
            <p:cNvSpPr/>
            <p:nvPr/>
          </p:nvSpPr>
          <p:spPr>
            <a:xfrm>
              <a:off x="5103001" y="3444888"/>
              <a:ext cx="25341" cy="68074"/>
            </a:xfrm>
            <a:custGeom>
              <a:avLst/>
              <a:gdLst/>
              <a:ahLst/>
              <a:cxnLst/>
              <a:rect l="l" t="t" r="r" b="b"/>
              <a:pathLst>
                <a:path w="220" h="591" extrusionOk="0">
                  <a:moveTo>
                    <a:pt x="219" y="1"/>
                  </a:moveTo>
                  <a:lnTo>
                    <a:pt x="1" y="12"/>
                  </a:lnTo>
                  <a:lnTo>
                    <a:pt x="1" y="591"/>
                  </a:lnTo>
                  <a:lnTo>
                    <a:pt x="209" y="591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69"/>
            <p:cNvSpPr/>
            <p:nvPr/>
          </p:nvSpPr>
          <p:spPr>
            <a:xfrm>
              <a:off x="5046445" y="3447422"/>
              <a:ext cx="25341" cy="69341"/>
            </a:xfrm>
            <a:custGeom>
              <a:avLst/>
              <a:gdLst/>
              <a:ahLst/>
              <a:cxnLst/>
              <a:rect l="l" t="t" r="r" b="b"/>
              <a:pathLst>
                <a:path w="220" h="602" extrusionOk="0">
                  <a:moveTo>
                    <a:pt x="219" y="1"/>
                  </a:moveTo>
                  <a:lnTo>
                    <a:pt x="1" y="12"/>
                  </a:lnTo>
                  <a:lnTo>
                    <a:pt x="1" y="602"/>
                  </a:lnTo>
                  <a:lnTo>
                    <a:pt x="208" y="602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69"/>
            <p:cNvSpPr/>
            <p:nvPr/>
          </p:nvSpPr>
          <p:spPr>
            <a:xfrm>
              <a:off x="4989774" y="3449956"/>
              <a:ext cx="24074" cy="69341"/>
            </a:xfrm>
            <a:custGeom>
              <a:avLst/>
              <a:gdLst/>
              <a:ahLst/>
              <a:cxnLst/>
              <a:rect l="l" t="t" r="r" b="b"/>
              <a:pathLst>
                <a:path w="209" h="602" extrusionOk="0">
                  <a:moveTo>
                    <a:pt x="209" y="1"/>
                  </a:moveTo>
                  <a:lnTo>
                    <a:pt x="1" y="12"/>
                  </a:lnTo>
                  <a:lnTo>
                    <a:pt x="1" y="602"/>
                  </a:lnTo>
                  <a:lnTo>
                    <a:pt x="209" y="60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9" name="Google Shape;1619;p69"/>
          <p:cNvGrpSpPr/>
          <p:nvPr/>
        </p:nvGrpSpPr>
        <p:grpSpPr>
          <a:xfrm>
            <a:off x="6371792" y="3593772"/>
            <a:ext cx="1640072" cy="871393"/>
            <a:chOff x="1899200" y="1821925"/>
            <a:chExt cx="2020042" cy="1073277"/>
          </a:xfrm>
        </p:grpSpPr>
        <p:sp>
          <p:nvSpPr>
            <p:cNvPr id="1620" name="Google Shape;1620;p69"/>
            <p:cNvSpPr/>
            <p:nvPr/>
          </p:nvSpPr>
          <p:spPr>
            <a:xfrm>
              <a:off x="2221592" y="1868124"/>
              <a:ext cx="1247367" cy="448788"/>
            </a:xfrm>
            <a:custGeom>
              <a:avLst/>
              <a:gdLst/>
              <a:ahLst/>
              <a:cxnLst/>
              <a:rect l="l" t="t" r="r" b="b"/>
              <a:pathLst>
                <a:path w="10017" h="3604" extrusionOk="0">
                  <a:moveTo>
                    <a:pt x="5410" y="0"/>
                  </a:moveTo>
                  <a:cubicBezTo>
                    <a:pt x="4493" y="0"/>
                    <a:pt x="3724" y="1515"/>
                    <a:pt x="2120" y="1541"/>
                  </a:cubicBezTo>
                  <a:cubicBezTo>
                    <a:pt x="2106" y="1541"/>
                    <a:pt x="2093" y="1542"/>
                    <a:pt x="2079" y="1542"/>
                  </a:cubicBezTo>
                  <a:cubicBezTo>
                    <a:pt x="1010" y="1542"/>
                    <a:pt x="1174" y="689"/>
                    <a:pt x="623" y="646"/>
                  </a:cubicBezTo>
                  <a:cubicBezTo>
                    <a:pt x="603" y="644"/>
                    <a:pt x="583" y="643"/>
                    <a:pt x="564" y="643"/>
                  </a:cubicBezTo>
                  <a:cubicBezTo>
                    <a:pt x="71" y="643"/>
                    <a:pt x="1" y="1170"/>
                    <a:pt x="1" y="1170"/>
                  </a:cubicBezTo>
                  <a:lnTo>
                    <a:pt x="263" y="2098"/>
                  </a:lnTo>
                  <a:cubicBezTo>
                    <a:pt x="263" y="2098"/>
                    <a:pt x="4195" y="2950"/>
                    <a:pt x="7057" y="3464"/>
                  </a:cubicBezTo>
                  <a:cubicBezTo>
                    <a:pt x="7604" y="3563"/>
                    <a:pt x="8050" y="3604"/>
                    <a:pt x="8414" y="3604"/>
                  </a:cubicBezTo>
                  <a:cubicBezTo>
                    <a:pt x="9959" y="3604"/>
                    <a:pt x="10017" y="2874"/>
                    <a:pt x="10017" y="2874"/>
                  </a:cubicBezTo>
                  <a:cubicBezTo>
                    <a:pt x="8936" y="2578"/>
                    <a:pt x="7123" y="1235"/>
                    <a:pt x="6150" y="340"/>
                  </a:cubicBezTo>
                  <a:cubicBezTo>
                    <a:pt x="5883" y="97"/>
                    <a:pt x="5642" y="0"/>
                    <a:pt x="5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69"/>
            <p:cNvSpPr/>
            <p:nvPr/>
          </p:nvSpPr>
          <p:spPr>
            <a:xfrm>
              <a:off x="2187597" y="2013692"/>
              <a:ext cx="1703004" cy="598965"/>
            </a:xfrm>
            <a:custGeom>
              <a:avLst/>
              <a:gdLst/>
              <a:ahLst/>
              <a:cxnLst/>
              <a:rect l="l" t="t" r="r" b="b"/>
              <a:pathLst>
                <a:path w="13676" h="4810" extrusionOk="0">
                  <a:moveTo>
                    <a:pt x="274" y="1"/>
                  </a:moveTo>
                  <a:cubicBezTo>
                    <a:pt x="0" y="426"/>
                    <a:pt x="88" y="1125"/>
                    <a:pt x="88" y="1125"/>
                  </a:cubicBezTo>
                  <a:lnTo>
                    <a:pt x="3059" y="4446"/>
                  </a:lnTo>
                  <a:lnTo>
                    <a:pt x="5670" y="4337"/>
                  </a:lnTo>
                  <a:cubicBezTo>
                    <a:pt x="5670" y="4337"/>
                    <a:pt x="7253" y="4809"/>
                    <a:pt x="9235" y="4809"/>
                  </a:cubicBezTo>
                  <a:cubicBezTo>
                    <a:pt x="9793" y="4809"/>
                    <a:pt x="10383" y="4772"/>
                    <a:pt x="10978" y="4676"/>
                  </a:cubicBezTo>
                  <a:cubicBezTo>
                    <a:pt x="13676" y="4239"/>
                    <a:pt x="13304" y="2633"/>
                    <a:pt x="13304" y="2633"/>
                  </a:cubicBezTo>
                  <a:cubicBezTo>
                    <a:pt x="12561" y="1808"/>
                    <a:pt x="11449" y="1673"/>
                    <a:pt x="10804" y="1673"/>
                  </a:cubicBezTo>
                  <a:cubicBezTo>
                    <a:pt x="10492" y="1673"/>
                    <a:pt x="10290" y="1705"/>
                    <a:pt x="10290" y="1705"/>
                  </a:cubicBezTo>
                  <a:cubicBezTo>
                    <a:pt x="9918" y="2028"/>
                    <a:pt x="9501" y="2156"/>
                    <a:pt x="9062" y="2156"/>
                  </a:cubicBezTo>
                  <a:cubicBezTo>
                    <a:pt x="7412" y="2156"/>
                    <a:pt x="5474" y="336"/>
                    <a:pt x="4654" y="241"/>
                  </a:cubicBezTo>
                  <a:cubicBezTo>
                    <a:pt x="4591" y="234"/>
                    <a:pt x="4533" y="230"/>
                    <a:pt x="4478" y="230"/>
                  </a:cubicBezTo>
                  <a:cubicBezTo>
                    <a:pt x="3625" y="230"/>
                    <a:pt x="3655" y="1064"/>
                    <a:pt x="2382" y="1125"/>
                  </a:cubicBezTo>
                  <a:cubicBezTo>
                    <a:pt x="2351" y="1127"/>
                    <a:pt x="2320" y="1127"/>
                    <a:pt x="2289" y="1127"/>
                  </a:cubicBezTo>
                  <a:cubicBezTo>
                    <a:pt x="983" y="1127"/>
                    <a:pt x="274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69"/>
            <p:cNvSpPr/>
            <p:nvPr/>
          </p:nvSpPr>
          <p:spPr>
            <a:xfrm>
              <a:off x="2198431" y="2153782"/>
              <a:ext cx="458626" cy="386401"/>
            </a:xfrm>
            <a:custGeom>
              <a:avLst/>
              <a:gdLst/>
              <a:ahLst/>
              <a:cxnLst/>
              <a:rect l="l" t="t" r="r" b="b"/>
              <a:pathLst>
                <a:path w="3683" h="3103" extrusionOk="0">
                  <a:moveTo>
                    <a:pt x="1" y="0"/>
                  </a:moveTo>
                  <a:lnTo>
                    <a:pt x="78" y="2119"/>
                  </a:lnTo>
                  <a:cubicBezTo>
                    <a:pt x="810" y="2906"/>
                    <a:pt x="1711" y="3102"/>
                    <a:pt x="2429" y="3102"/>
                  </a:cubicBezTo>
                  <a:cubicBezTo>
                    <a:pt x="3147" y="3102"/>
                    <a:pt x="3682" y="2906"/>
                    <a:pt x="3682" y="2906"/>
                  </a:cubicBezTo>
                  <a:cubicBezTo>
                    <a:pt x="2404" y="12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69"/>
            <p:cNvSpPr/>
            <p:nvPr/>
          </p:nvSpPr>
          <p:spPr>
            <a:xfrm>
              <a:off x="2148248" y="2341440"/>
              <a:ext cx="1770995" cy="323391"/>
            </a:xfrm>
            <a:custGeom>
              <a:avLst/>
              <a:gdLst/>
              <a:ahLst/>
              <a:cxnLst/>
              <a:rect l="l" t="t" r="r" b="b"/>
              <a:pathLst>
                <a:path w="14222" h="2597" extrusionOk="0">
                  <a:moveTo>
                    <a:pt x="13620" y="1"/>
                  </a:moveTo>
                  <a:cubicBezTo>
                    <a:pt x="13620" y="1"/>
                    <a:pt x="13501" y="1192"/>
                    <a:pt x="12179" y="1498"/>
                  </a:cubicBezTo>
                  <a:cubicBezTo>
                    <a:pt x="11427" y="1670"/>
                    <a:pt x="10282" y="1811"/>
                    <a:pt x="9216" y="1811"/>
                  </a:cubicBezTo>
                  <a:cubicBezTo>
                    <a:pt x="8392" y="1811"/>
                    <a:pt x="7614" y="1727"/>
                    <a:pt x="7100" y="1508"/>
                  </a:cubicBezTo>
                  <a:cubicBezTo>
                    <a:pt x="6689" y="1332"/>
                    <a:pt x="6191" y="1275"/>
                    <a:pt x="5690" y="1275"/>
                  </a:cubicBezTo>
                  <a:cubicBezTo>
                    <a:pt x="4796" y="1275"/>
                    <a:pt x="3892" y="1455"/>
                    <a:pt x="3454" y="1455"/>
                  </a:cubicBezTo>
                  <a:cubicBezTo>
                    <a:pt x="3438" y="1455"/>
                    <a:pt x="3423" y="1454"/>
                    <a:pt x="3408" y="1454"/>
                  </a:cubicBezTo>
                  <a:cubicBezTo>
                    <a:pt x="2775" y="1421"/>
                    <a:pt x="808" y="1115"/>
                    <a:pt x="481" y="612"/>
                  </a:cubicBezTo>
                  <a:lnTo>
                    <a:pt x="481" y="165"/>
                  </a:lnTo>
                  <a:lnTo>
                    <a:pt x="360" y="197"/>
                  </a:lnTo>
                  <a:cubicBezTo>
                    <a:pt x="360" y="197"/>
                    <a:pt x="54" y="219"/>
                    <a:pt x="120" y="493"/>
                  </a:cubicBezTo>
                  <a:cubicBezTo>
                    <a:pt x="175" y="765"/>
                    <a:pt x="164" y="1323"/>
                    <a:pt x="76" y="1498"/>
                  </a:cubicBezTo>
                  <a:cubicBezTo>
                    <a:pt x="0" y="1661"/>
                    <a:pt x="207" y="2350"/>
                    <a:pt x="2316" y="2350"/>
                  </a:cubicBezTo>
                  <a:cubicBezTo>
                    <a:pt x="4008" y="2350"/>
                    <a:pt x="4000" y="2008"/>
                    <a:pt x="5042" y="2008"/>
                  </a:cubicBezTo>
                  <a:cubicBezTo>
                    <a:pt x="5291" y="2008"/>
                    <a:pt x="5601" y="2028"/>
                    <a:pt x="6008" y="2076"/>
                  </a:cubicBezTo>
                  <a:cubicBezTo>
                    <a:pt x="7467" y="2243"/>
                    <a:pt x="8694" y="2596"/>
                    <a:pt x="10020" y="2596"/>
                  </a:cubicBezTo>
                  <a:cubicBezTo>
                    <a:pt x="10599" y="2596"/>
                    <a:pt x="11196" y="2529"/>
                    <a:pt x="11840" y="2350"/>
                  </a:cubicBezTo>
                  <a:cubicBezTo>
                    <a:pt x="13959" y="1760"/>
                    <a:pt x="14222" y="143"/>
                    <a:pt x="13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69"/>
            <p:cNvSpPr/>
            <p:nvPr/>
          </p:nvSpPr>
          <p:spPr>
            <a:xfrm>
              <a:off x="2757543" y="1821925"/>
              <a:ext cx="130751" cy="168731"/>
            </a:xfrm>
            <a:custGeom>
              <a:avLst/>
              <a:gdLst/>
              <a:ahLst/>
              <a:cxnLst/>
              <a:rect l="l" t="t" r="r" b="b"/>
              <a:pathLst>
                <a:path w="1050" h="1355" extrusionOk="0">
                  <a:moveTo>
                    <a:pt x="797" y="0"/>
                  </a:moveTo>
                  <a:cubicBezTo>
                    <a:pt x="525" y="0"/>
                    <a:pt x="1" y="230"/>
                    <a:pt x="1" y="1104"/>
                  </a:cubicBezTo>
                  <a:cubicBezTo>
                    <a:pt x="1" y="1245"/>
                    <a:pt x="110" y="1355"/>
                    <a:pt x="241" y="1355"/>
                  </a:cubicBezTo>
                  <a:cubicBezTo>
                    <a:pt x="372" y="1355"/>
                    <a:pt x="481" y="1245"/>
                    <a:pt x="481" y="1104"/>
                  </a:cubicBezTo>
                  <a:cubicBezTo>
                    <a:pt x="481" y="525"/>
                    <a:pt x="776" y="492"/>
                    <a:pt x="809" y="481"/>
                  </a:cubicBezTo>
                  <a:cubicBezTo>
                    <a:pt x="940" y="481"/>
                    <a:pt x="1049" y="372"/>
                    <a:pt x="1049" y="241"/>
                  </a:cubicBezTo>
                  <a:cubicBezTo>
                    <a:pt x="1049" y="109"/>
                    <a:pt x="940" y="0"/>
                    <a:pt x="7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69"/>
            <p:cNvSpPr/>
            <p:nvPr/>
          </p:nvSpPr>
          <p:spPr>
            <a:xfrm>
              <a:off x="2825533" y="1845087"/>
              <a:ext cx="152543" cy="174210"/>
            </a:xfrm>
            <a:custGeom>
              <a:avLst/>
              <a:gdLst/>
              <a:ahLst/>
              <a:cxnLst/>
              <a:rect l="l" t="t" r="r" b="b"/>
              <a:pathLst>
                <a:path w="1225" h="1399" extrusionOk="0">
                  <a:moveTo>
                    <a:pt x="972" y="0"/>
                  </a:moveTo>
                  <a:cubicBezTo>
                    <a:pt x="700" y="0"/>
                    <a:pt x="132" y="229"/>
                    <a:pt x="11" y="1125"/>
                  </a:cubicBezTo>
                  <a:cubicBezTo>
                    <a:pt x="1" y="1256"/>
                    <a:pt x="88" y="1377"/>
                    <a:pt x="230" y="1398"/>
                  </a:cubicBezTo>
                  <a:lnTo>
                    <a:pt x="263" y="1398"/>
                  </a:lnTo>
                  <a:cubicBezTo>
                    <a:pt x="383" y="1398"/>
                    <a:pt x="481" y="1311"/>
                    <a:pt x="503" y="1191"/>
                  </a:cubicBezTo>
                  <a:cubicBezTo>
                    <a:pt x="591" y="525"/>
                    <a:pt x="940" y="481"/>
                    <a:pt x="984" y="481"/>
                  </a:cubicBezTo>
                  <a:cubicBezTo>
                    <a:pt x="1115" y="481"/>
                    <a:pt x="1224" y="372"/>
                    <a:pt x="1224" y="241"/>
                  </a:cubicBezTo>
                  <a:cubicBezTo>
                    <a:pt x="1224" y="110"/>
                    <a:pt x="1115" y="0"/>
                    <a:pt x="9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69"/>
            <p:cNvSpPr/>
            <p:nvPr/>
          </p:nvSpPr>
          <p:spPr>
            <a:xfrm>
              <a:off x="2899002" y="1891036"/>
              <a:ext cx="156528" cy="166365"/>
            </a:xfrm>
            <a:custGeom>
              <a:avLst/>
              <a:gdLst/>
              <a:ahLst/>
              <a:cxnLst/>
              <a:rect l="l" t="t" r="r" b="b"/>
              <a:pathLst>
                <a:path w="1257" h="1336" extrusionOk="0">
                  <a:moveTo>
                    <a:pt x="931" y="1"/>
                  </a:moveTo>
                  <a:cubicBezTo>
                    <a:pt x="826" y="1"/>
                    <a:pt x="667" y="25"/>
                    <a:pt x="503" y="134"/>
                  </a:cubicBezTo>
                  <a:cubicBezTo>
                    <a:pt x="263" y="297"/>
                    <a:pt x="98" y="603"/>
                    <a:pt x="22" y="1051"/>
                  </a:cubicBezTo>
                  <a:cubicBezTo>
                    <a:pt x="1" y="1182"/>
                    <a:pt x="98" y="1313"/>
                    <a:pt x="229" y="1335"/>
                  </a:cubicBezTo>
                  <a:lnTo>
                    <a:pt x="263" y="1335"/>
                  </a:lnTo>
                  <a:cubicBezTo>
                    <a:pt x="382" y="1335"/>
                    <a:pt x="492" y="1248"/>
                    <a:pt x="503" y="1127"/>
                  </a:cubicBezTo>
                  <a:cubicBezTo>
                    <a:pt x="568" y="756"/>
                    <a:pt x="688" y="603"/>
                    <a:pt x="776" y="538"/>
                  </a:cubicBezTo>
                  <a:cubicBezTo>
                    <a:pt x="831" y="498"/>
                    <a:pt x="886" y="493"/>
                    <a:pt x="917" y="493"/>
                  </a:cubicBezTo>
                  <a:cubicBezTo>
                    <a:pt x="928" y="493"/>
                    <a:pt x="937" y="494"/>
                    <a:pt x="940" y="494"/>
                  </a:cubicBezTo>
                  <a:cubicBezTo>
                    <a:pt x="955" y="496"/>
                    <a:pt x="970" y="498"/>
                    <a:pt x="984" y="498"/>
                  </a:cubicBezTo>
                  <a:cubicBezTo>
                    <a:pt x="1097" y="498"/>
                    <a:pt x="1194" y="425"/>
                    <a:pt x="1224" y="309"/>
                  </a:cubicBezTo>
                  <a:cubicBezTo>
                    <a:pt x="1256" y="178"/>
                    <a:pt x="1180" y="46"/>
                    <a:pt x="1049" y="13"/>
                  </a:cubicBezTo>
                  <a:cubicBezTo>
                    <a:pt x="1037" y="9"/>
                    <a:pt x="994" y="1"/>
                    <a:pt x="9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69"/>
            <p:cNvSpPr/>
            <p:nvPr/>
          </p:nvSpPr>
          <p:spPr>
            <a:xfrm>
              <a:off x="2990028" y="1945453"/>
              <a:ext cx="137600" cy="140464"/>
            </a:xfrm>
            <a:custGeom>
              <a:avLst/>
              <a:gdLst/>
              <a:ahLst/>
              <a:cxnLst/>
              <a:rect l="l" t="t" r="r" b="b"/>
              <a:pathLst>
                <a:path w="1105" h="1128" extrusionOk="0">
                  <a:moveTo>
                    <a:pt x="826" y="1"/>
                  </a:moveTo>
                  <a:cubicBezTo>
                    <a:pt x="555" y="1"/>
                    <a:pt x="104" y="176"/>
                    <a:pt x="12" y="855"/>
                  </a:cubicBezTo>
                  <a:cubicBezTo>
                    <a:pt x="1" y="986"/>
                    <a:pt x="88" y="1105"/>
                    <a:pt x="231" y="1127"/>
                  </a:cubicBezTo>
                  <a:lnTo>
                    <a:pt x="263" y="1127"/>
                  </a:lnTo>
                  <a:cubicBezTo>
                    <a:pt x="384" y="1127"/>
                    <a:pt x="482" y="1040"/>
                    <a:pt x="503" y="920"/>
                  </a:cubicBezTo>
                  <a:cubicBezTo>
                    <a:pt x="547" y="505"/>
                    <a:pt x="766" y="483"/>
                    <a:pt x="842" y="483"/>
                  </a:cubicBezTo>
                  <a:cubicBezTo>
                    <a:pt x="849" y="484"/>
                    <a:pt x="855" y="484"/>
                    <a:pt x="862" y="484"/>
                  </a:cubicBezTo>
                  <a:cubicBezTo>
                    <a:pt x="984" y="484"/>
                    <a:pt x="1083" y="389"/>
                    <a:pt x="1093" y="265"/>
                  </a:cubicBezTo>
                  <a:cubicBezTo>
                    <a:pt x="1105" y="134"/>
                    <a:pt x="1006" y="13"/>
                    <a:pt x="875" y="3"/>
                  </a:cubicBezTo>
                  <a:cubicBezTo>
                    <a:pt x="859" y="1"/>
                    <a:pt x="843" y="1"/>
                    <a:pt x="8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69"/>
            <p:cNvSpPr/>
            <p:nvPr/>
          </p:nvSpPr>
          <p:spPr>
            <a:xfrm>
              <a:off x="3063497" y="1994142"/>
              <a:ext cx="143079" cy="129880"/>
            </a:xfrm>
            <a:custGeom>
              <a:avLst/>
              <a:gdLst/>
              <a:ahLst/>
              <a:cxnLst/>
              <a:rect l="l" t="t" r="r" b="b"/>
              <a:pathLst>
                <a:path w="1149" h="1043" extrusionOk="0">
                  <a:moveTo>
                    <a:pt x="758" y="1"/>
                  </a:moveTo>
                  <a:cubicBezTo>
                    <a:pt x="648" y="1"/>
                    <a:pt x="507" y="24"/>
                    <a:pt x="372" y="114"/>
                  </a:cubicBezTo>
                  <a:cubicBezTo>
                    <a:pt x="176" y="245"/>
                    <a:pt x="66" y="464"/>
                    <a:pt x="23" y="769"/>
                  </a:cubicBezTo>
                  <a:cubicBezTo>
                    <a:pt x="1" y="901"/>
                    <a:pt x="99" y="1020"/>
                    <a:pt x="231" y="1042"/>
                  </a:cubicBezTo>
                  <a:lnTo>
                    <a:pt x="263" y="1042"/>
                  </a:lnTo>
                  <a:cubicBezTo>
                    <a:pt x="383" y="1042"/>
                    <a:pt x="493" y="955"/>
                    <a:pt x="503" y="824"/>
                  </a:cubicBezTo>
                  <a:cubicBezTo>
                    <a:pt x="515" y="726"/>
                    <a:pt x="558" y="583"/>
                    <a:pt x="634" y="529"/>
                  </a:cubicBezTo>
                  <a:cubicBezTo>
                    <a:pt x="677" y="498"/>
                    <a:pt x="727" y="492"/>
                    <a:pt x="764" y="492"/>
                  </a:cubicBezTo>
                  <a:cubicBezTo>
                    <a:pt x="793" y="492"/>
                    <a:pt x="815" y="496"/>
                    <a:pt x="820" y="496"/>
                  </a:cubicBezTo>
                  <a:cubicBezTo>
                    <a:pt x="839" y="501"/>
                    <a:pt x="859" y="504"/>
                    <a:pt x="878" y="504"/>
                  </a:cubicBezTo>
                  <a:cubicBezTo>
                    <a:pt x="982" y="504"/>
                    <a:pt x="1088" y="433"/>
                    <a:pt x="1115" y="333"/>
                  </a:cubicBezTo>
                  <a:cubicBezTo>
                    <a:pt x="1148" y="201"/>
                    <a:pt x="1071" y="59"/>
                    <a:pt x="951" y="27"/>
                  </a:cubicBezTo>
                  <a:cubicBezTo>
                    <a:pt x="935" y="21"/>
                    <a:pt x="860" y="1"/>
                    <a:pt x="7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69"/>
            <p:cNvSpPr/>
            <p:nvPr/>
          </p:nvSpPr>
          <p:spPr>
            <a:xfrm>
              <a:off x="3149294" y="2047688"/>
              <a:ext cx="121038" cy="129381"/>
            </a:xfrm>
            <a:custGeom>
              <a:avLst/>
              <a:gdLst/>
              <a:ahLst/>
              <a:cxnLst/>
              <a:rect l="l" t="t" r="r" b="b"/>
              <a:pathLst>
                <a:path w="972" h="1039" extrusionOk="0">
                  <a:moveTo>
                    <a:pt x="627" y="0"/>
                  </a:moveTo>
                  <a:cubicBezTo>
                    <a:pt x="549" y="0"/>
                    <a:pt x="460" y="19"/>
                    <a:pt x="372" y="66"/>
                  </a:cubicBezTo>
                  <a:cubicBezTo>
                    <a:pt x="186" y="175"/>
                    <a:pt x="66" y="405"/>
                    <a:pt x="22" y="765"/>
                  </a:cubicBezTo>
                  <a:cubicBezTo>
                    <a:pt x="0" y="896"/>
                    <a:pt x="98" y="1017"/>
                    <a:pt x="229" y="1039"/>
                  </a:cubicBezTo>
                  <a:lnTo>
                    <a:pt x="262" y="1039"/>
                  </a:lnTo>
                  <a:cubicBezTo>
                    <a:pt x="382" y="1039"/>
                    <a:pt x="481" y="951"/>
                    <a:pt x="503" y="820"/>
                  </a:cubicBezTo>
                  <a:cubicBezTo>
                    <a:pt x="535" y="580"/>
                    <a:pt x="601" y="492"/>
                    <a:pt x="612" y="492"/>
                  </a:cubicBezTo>
                  <a:cubicBezTo>
                    <a:pt x="635" y="499"/>
                    <a:pt x="659" y="502"/>
                    <a:pt x="682" y="502"/>
                  </a:cubicBezTo>
                  <a:cubicBezTo>
                    <a:pt x="783" y="502"/>
                    <a:pt x="882" y="448"/>
                    <a:pt x="918" y="350"/>
                  </a:cubicBezTo>
                  <a:cubicBezTo>
                    <a:pt x="972" y="230"/>
                    <a:pt x="918" y="88"/>
                    <a:pt x="797" y="34"/>
                  </a:cubicBezTo>
                  <a:cubicBezTo>
                    <a:pt x="752" y="14"/>
                    <a:pt x="693" y="0"/>
                    <a:pt x="6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69"/>
            <p:cNvSpPr/>
            <p:nvPr/>
          </p:nvSpPr>
          <p:spPr>
            <a:xfrm>
              <a:off x="3233597" y="2099241"/>
              <a:ext cx="121163" cy="119918"/>
            </a:xfrm>
            <a:custGeom>
              <a:avLst/>
              <a:gdLst/>
              <a:ahLst/>
              <a:cxnLst/>
              <a:rect l="l" t="t" r="r" b="b"/>
              <a:pathLst>
                <a:path w="973" h="963" extrusionOk="0">
                  <a:moveTo>
                    <a:pt x="548" y="0"/>
                  </a:moveTo>
                  <a:cubicBezTo>
                    <a:pt x="494" y="0"/>
                    <a:pt x="438" y="10"/>
                    <a:pt x="382" y="35"/>
                  </a:cubicBezTo>
                  <a:cubicBezTo>
                    <a:pt x="88" y="166"/>
                    <a:pt x="33" y="559"/>
                    <a:pt x="11" y="690"/>
                  </a:cubicBezTo>
                  <a:cubicBezTo>
                    <a:pt x="1" y="821"/>
                    <a:pt x="98" y="941"/>
                    <a:pt x="229" y="963"/>
                  </a:cubicBezTo>
                  <a:lnTo>
                    <a:pt x="263" y="963"/>
                  </a:lnTo>
                  <a:cubicBezTo>
                    <a:pt x="382" y="963"/>
                    <a:pt x="481" y="875"/>
                    <a:pt x="503" y="756"/>
                  </a:cubicBezTo>
                  <a:cubicBezTo>
                    <a:pt x="525" y="603"/>
                    <a:pt x="547" y="537"/>
                    <a:pt x="569" y="504"/>
                  </a:cubicBezTo>
                  <a:cubicBezTo>
                    <a:pt x="609" y="529"/>
                    <a:pt x="655" y="541"/>
                    <a:pt x="700" y="541"/>
                  </a:cubicBezTo>
                  <a:cubicBezTo>
                    <a:pt x="775" y="541"/>
                    <a:pt x="848" y="507"/>
                    <a:pt x="896" y="438"/>
                  </a:cubicBezTo>
                  <a:cubicBezTo>
                    <a:pt x="972" y="329"/>
                    <a:pt x="950" y="176"/>
                    <a:pt x="841" y="100"/>
                  </a:cubicBezTo>
                  <a:cubicBezTo>
                    <a:pt x="774" y="48"/>
                    <a:pt x="666" y="0"/>
                    <a:pt x="5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69"/>
            <p:cNvSpPr/>
            <p:nvPr/>
          </p:nvSpPr>
          <p:spPr>
            <a:xfrm>
              <a:off x="3319269" y="2149922"/>
              <a:ext cx="132121" cy="116929"/>
            </a:xfrm>
            <a:custGeom>
              <a:avLst/>
              <a:gdLst/>
              <a:ahLst/>
              <a:cxnLst/>
              <a:rect l="l" t="t" r="r" b="b"/>
              <a:pathLst>
                <a:path w="1061" h="939" extrusionOk="0">
                  <a:moveTo>
                    <a:pt x="571" y="1"/>
                  </a:moveTo>
                  <a:cubicBezTo>
                    <a:pt x="508" y="1"/>
                    <a:pt x="441" y="12"/>
                    <a:pt x="372" y="43"/>
                  </a:cubicBezTo>
                  <a:cubicBezTo>
                    <a:pt x="175" y="130"/>
                    <a:pt x="55" y="337"/>
                    <a:pt x="12" y="665"/>
                  </a:cubicBezTo>
                  <a:cubicBezTo>
                    <a:pt x="0" y="796"/>
                    <a:pt x="88" y="917"/>
                    <a:pt x="230" y="938"/>
                  </a:cubicBezTo>
                  <a:lnTo>
                    <a:pt x="252" y="938"/>
                  </a:lnTo>
                  <a:cubicBezTo>
                    <a:pt x="383" y="938"/>
                    <a:pt x="481" y="851"/>
                    <a:pt x="503" y="720"/>
                  </a:cubicBezTo>
                  <a:cubicBezTo>
                    <a:pt x="525" y="534"/>
                    <a:pt x="568" y="490"/>
                    <a:pt x="568" y="490"/>
                  </a:cubicBezTo>
                  <a:cubicBezTo>
                    <a:pt x="580" y="490"/>
                    <a:pt x="623" y="502"/>
                    <a:pt x="645" y="512"/>
                  </a:cubicBezTo>
                  <a:cubicBezTo>
                    <a:pt x="689" y="543"/>
                    <a:pt x="739" y="558"/>
                    <a:pt x="789" y="558"/>
                  </a:cubicBezTo>
                  <a:cubicBezTo>
                    <a:pt x="864" y="558"/>
                    <a:pt x="938" y="524"/>
                    <a:pt x="983" y="458"/>
                  </a:cubicBezTo>
                  <a:cubicBezTo>
                    <a:pt x="1060" y="349"/>
                    <a:pt x="1027" y="196"/>
                    <a:pt x="918" y="119"/>
                  </a:cubicBezTo>
                  <a:cubicBezTo>
                    <a:pt x="901" y="102"/>
                    <a:pt x="757" y="1"/>
                    <a:pt x="5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69"/>
            <p:cNvSpPr/>
            <p:nvPr/>
          </p:nvSpPr>
          <p:spPr>
            <a:xfrm>
              <a:off x="1972669" y="2097871"/>
              <a:ext cx="1247491" cy="448913"/>
            </a:xfrm>
            <a:custGeom>
              <a:avLst/>
              <a:gdLst/>
              <a:ahLst/>
              <a:cxnLst/>
              <a:rect l="l" t="t" r="r" b="b"/>
              <a:pathLst>
                <a:path w="10018" h="3605" extrusionOk="0">
                  <a:moveTo>
                    <a:pt x="5412" y="1"/>
                  </a:moveTo>
                  <a:cubicBezTo>
                    <a:pt x="4497" y="1"/>
                    <a:pt x="3733" y="1518"/>
                    <a:pt x="2120" y="1553"/>
                  </a:cubicBezTo>
                  <a:cubicBezTo>
                    <a:pt x="2106" y="1553"/>
                    <a:pt x="2093" y="1553"/>
                    <a:pt x="2080" y="1553"/>
                  </a:cubicBezTo>
                  <a:cubicBezTo>
                    <a:pt x="1021" y="1553"/>
                    <a:pt x="1174" y="689"/>
                    <a:pt x="634" y="646"/>
                  </a:cubicBezTo>
                  <a:cubicBezTo>
                    <a:pt x="614" y="644"/>
                    <a:pt x="594" y="644"/>
                    <a:pt x="574" y="644"/>
                  </a:cubicBezTo>
                  <a:cubicBezTo>
                    <a:pt x="72" y="644"/>
                    <a:pt x="1" y="1170"/>
                    <a:pt x="1" y="1170"/>
                  </a:cubicBezTo>
                  <a:lnTo>
                    <a:pt x="263" y="2099"/>
                  </a:lnTo>
                  <a:cubicBezTo>
                    <a:pt x="263" y="2099"/>
                    <a:pt x="4195" y="2951"/>
                    <a:pt x="7068" y="3464"/>
                  </a:cubicBezTo>
                  <a:cubicBezTo>
                    <a:pt x="7613" y="3564"/>
                    <a:pt x="8058" y="3604"/>
                    <a:pt x="8420" y="3604"/>
                  </a:cubicBezTo>
                  <a:cubicBezTo>
                    <a:pt x="9960" y="3604"/>
                    <a:pt x="10017" y="2874"/>
                    <a:pt x="10017" y="2874"/>
                  </a:cubicBezTo>
                  <a:cubicBezTo>
                    <a:pt x="8936" y="2590"/>
                    <a:pt x="7122" y="1236"/>
                    <a:pt x="6151" y="340"/>
                  </a:cubicBezTo>
                  <a:cubicBezTo>
                    <a:pt x="5884" y="98"/>
                    <a:pt x="5643" y="1"/>
                    <a:pt x="54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69"/>
            <p:cNvSpPr/>
            <p:nvPr/>
          </p:nvSpPr>
          <p:spPr>
            <a:xfrm>
              <a:off x="1938799" y="2243564"/>
              <a:ext cx="1704249" cy="599090"/>
            </a:xfrm>
            <a:custGeom>
              <a:avLst/>
              <a:gdLst/>
              <a:ahLst/>
              <a:cxnLst/>
              <a:rect l="l" t="t" r="r" b="b"/>
              <a:pathLst>
                <a:path w="13686" h="4811" extrusionOk="0">
                  <a:moveTo>
                    <a:pt x="273" y="0"/>
                  </a:moveTo>
                  <a:cubicBezTo>
                    <a:pt x="0" y="427"/>
                    <a:pt x="98" y="1126"/>
                    <a:pt x="98" y="1126"/>
                  </a:cubicBezTo>
                  <a:lnTo>
                    <a:pt x="3069" y="4446"/>
                  </a:lnTo>
                  <a:lnTo>
                    <a:pt x="5669" y="4348"/>
                  </a:lnTo>
                  <a:cubicBezTo>
                    <a:pt x="5669" y="4348"/>
                    <a:pt x="7248" y="4810"/>
                    <a:pt x="9219" y="4810"/>
                  </a:cubicBezTo>
                  <a:cubicBezTo>
                    <a:pt x="9782" y="4810"/>
                    <a:pt x="10378" y="4772"/>
                    <a:pt x="10977" y="4675"/>
                  </a:cubicBezTo>
                  <a:cubicBezTo>
                    <a:pt x="13686" y="4238"/>
                    <a:pt x="13314" y="2633"/>
                    <a:pt x="13314" y="2633"/>
                  </a:cubicBezTo>
                  <a:cubicBezTo>
                    <a:pt x="12556" y="1807"/>
                    <a:pt x="11427" y="1675"/>
                    <a:pt x="10785" y="1675"/>
                  </a:cubicBezTo>
                  <a:cubicBezTo>
                    <a:pt x="10484" y="1675"/>
                    <a:pt x="10289" y="1704"/>
                    <a:pt x="10289" y="1704"/>
                  </a:cubicBezTo>
                  <a:cubicBezTo>
                    <a:pt x="9918" y="2028"/>
                    <a:pt x="9500" y="2156"/>
                    <a:pt x="9061" y="2156"/>
                  </a:cubicBezTo>
                  <a:cubicBezTo>
                    <a:pt x="7411" y="2156"/>
                    <a:pt x="5473" y="336"/>
                    <a:pt x="4653" y="241"/>
                  </a:cubicBezTo>
                  <a:cubicBezTo>
                    <a:pt x="4591" y="233"/>
                    <a:pt x="4533" y="230"/>
                    <a:pt x="4479" y="230"/>
                  </a:cubicBezTo>
                  <a:cubicBezTo>
                    <a:pt x="3624" y="230"/>
                    <a:pt x="3655" y="1064"/>
                    <a:pt x="2381" y="1126"/>
                  </a:cubicBezTo>
                  <a:cubicBezTo>
                    <a:pt x="2345" y="1128"/>
                    <a:pt x="2309" y="1128"/>
                    <a:pt x="2274" y="1128"/>
                  </a:cubicBezTo>
                  <a:cubicBezTo>
                    <a:pt x="987" y="1128"/>
                    <a:pt x="273" y="0"/>
                    <a:pt x="2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69"/>
            <p:cNvSpPr/>
            <p:nvPr/>
          </p:nvSpPr>
          <p:spPr>
            <a:xfrm>
              <a:off x="1950877" y="2383654"/>
              <a:ext cx="457131" cy="386401"/>
            </a:xfrm>
            <a:custGeom>
              <a:avLst/>
              <a:gdLst/>
              <a:ahLst/>
              <a:cxnLst/>
              <a:rect l="l" t="t" r="r" b="b"/>
              <a:pathLst>
                <a:path w="3671" h="3103" extrusionOk="0">
                  <a:moveTo>
                    <a:pt x="1" y="1"/>
                  </a:moveTo>
                  <a:lnTo>
                    <a:pt x="78" y="2120"/>
                  </a:lnTo>
                  <a:cubicBezTo>
                    <a:pt x="810" y="2906"/>
                    <a:pt x="1708" y="3103"/>
                    <a:pt x="2423" y="3103"/>
                  </a:cubicBezTo>
                  <a:cubicBezTo>
                    <a:pt x="3139" y="3103"/>
                    <a:pt x="3671" y="2906"/>
                    <a:pt x="3671" y="2906"/>
                  </a:cubicBezTo>
                  <a:cubicBezTo>
                    <a:pt x="2393" y="12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69"/>
            <p:cNvSpPr/>
            <p:nvPr/>
          </p:nvSpPr>
          <p:spPr>
            <a:xfrm>
              <a:off x="1899200" y="2571437"/>
              <a:ext cx="1771119" cy="323765"/>
            </a:xfrm>
            <a:custGeom>
              <a:avLst/>
              <a:gdLst/>
              <a:ahLst/>
              <a:cxnLst/>
              <a:rect l="l" t="t" r="r" b="b"/>
              <a:pathLst>
                <a:path w="14223" h="2600" extrusionOk="0">
                  <a:moveTo>
                    <a:pt x="13632" y="0"/>
                  </a:moveTo>
                  <a:cubicBezTo>
                    <a:pt x="13632" y="0"/>
                    <a:pt x="13501" y="1190"/>
                    <a:pt x="12180" y="1496"/>
                  </a:cubicBezTo>
                  <a:cubicBezTo>
                    <a:pt x="11434" y="1669"/>
                    <a:pt x="10287" y="1810"/>
                    <a:pt x="9217" y="1810"/>
                  </a:cubicBezTo>
                  <a:cubicBezTo>
                    <a:pt x="8393" y="1810"/>
                    <a:pt x="7614" y="1726"/>
                    <a:pt x="7101" y="1507"/>
                  </a:cubicBezTo>
                  <a:cubicBezTo>
                    <a:pt x="6695" y="1333"/>
                    <a:pt x="6203" y="1277"/>
                    <a:pt x="5707" y="1277"/>
                  </a:cubicBezTo>
                  <a:cubicBezTo>
                    <a:pt x="4826" y="1277"/>
                    <a:pt x="3932" y="1454"/>
                    <a:pt x="3489" y="1454"/>
                  </a:cubicBezTo>
                  <a:cubicBezTo>
                    <a:pt x="3465" y="1454"/>
                    <a:pt x="3442" y="1454"/>
                    <a:pt x="3420" y="1452"/>
                  </a:cubicBezTo>
                  <a:cubicBezTo>
                    <a:pt x="2775" y="1420"/>
                    <a:pt x="809" y="1114"/>
                    <a:pt x="493" y="612"/>
                  </a:cubicBezTo>
                  <a:lnTo>
                    <a:pt x="493" y="175"/>
                  </a:lnTo>
                  <a:lnTo>
                    <a:pt x="362" y="197"/>
                  </a:lnTo>
                  <a:cubicBezTo>
                    <a:pt x="362" y="197"/>
                    <a:pt x="56" y="219"/>
                    <a:pt x="121" y="491"/>
                  </a:cubicBezTo>
                  <a:cubicBezTo>
                    <a:pt x="187" y="765"/>
                    <a:pt x="165" y="1333"/>
                    <a:pt x="78" y="1496"/>
                  </a:cubicBezTo>
                  <a:cubicBezTo>
                    <a:pt x="1" y="1660"/>
                    <a:pt x="209" y="2348"/>
                    <a:pt x="2316" y="2348"/>
                  </a:cubicBezTo>
                  <a:cubicBezTo>
                    <a:pt x="4025" y="2348"/>
                    <a:pt x="4005" y="2011"/>
                    <a:pt x="5057" y="2011"/>
                  </a:cubicBezTo>
                  <a:cubicBezTo>
                    <a:pt x="5303" y="2011"/>
                    <a:pt x="5608" y="2030"/>
                    <a:pt x="6008" y="2075"/>
                  </a:cubicBezTo>
                  <a:cubicBezTo>
                    <a:pt x="7467" y="2243"/>
                    <a:pt x="8693" y="2600"/>
                    <a:pt x="10017" y="2600"/>
                  </a:cubicBezTo>
                  <a:cubicBezTo>
                    <a:pt x="10597" y="2600"/>
                    <a:pt x="11196" y="2531"/>
                    <a:pt x="11841" y="2348"/>
                  </a:cubicBezTo>
                  <a:cubicBezTo>
                    <a:pt x="13960" y="1758"/>
                    <a:pt x="14222" y="142"/>
                    <a:pt x="13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69"/>
            <p:cNvSpPr/>
            <p:nvPr/>
          </p:nvSpPr>
          <p:spPr>
            <a:xfrm>
              <a:off x="2508619" y="2051797"/>
              <a:ext cx="130627" cy="168856"/>
            </a:xfrm>
            <a:custGeom>
              <a:avLst/>
              <a:gdLst/>
              <a:ahLst/>
              <a:cxnLst/>
              <a:rect l="l" t="t" r="r" b="b"/>
              <a:pathLst>
                <a:path w="1049" h="1356" extrusionOk="0">
                  <a:moveTo>
                    <a:pt x="809" y="1"/>
                  </a:moveTo>
                  <a:cubicBezTo>
                    <a:pt x="525" y="1"/>
                    <a:pt x="0" y="230"/>
                    <a:pt x="0" y="1115"/>
                  </a:cubicBezTo>
                  <a:cubicBezTo>
                    <a:pt x="0" y="1246"/>
                    <a:pt x="109" y="1355"/>
                    <a:pt x="241" y="1355"/>
                  </a:cubicBezTo>
                  <a:cubicBezTo>
                    <a:pt x="383" y="1355"/>
                    <a:pt x="492" y="1246"/>
                    <a:pt x="492" y="1115"/>
                  </a:cubicBezTo>
                  <a:cubicBezTo>
                    <a:pt x="492" y="525"/>
                    <a:pt x="776" y="492"/>
                    <a:pt x="809" y="492"/>
                  </a:cubicBezTo>
                  <a:cubicBezTo>
                    <a:pt x="940" y="481"/>
                    <a:pt x="1049" y="372"/>
                    <a:pt x="1049" y="241"/>
                  </a:cubicBezTo>
                  <a:cubicBezTo>
                    <a:pt x="1049" y="110"/>
                    <a:pt x="940" y="1"/>
                    <a:pt x="8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69"/>
            <p:cNvSpPr/>
            <p:nvPr/>
          </p:nvSpPr>
          <p:spPr>
            <a:xfrm>
              <a:off x="2576609" y="2074834"/>
              <a:ext cx="152419" cy="174210"/>
            </a:xfrm>
            <a:custGeom>
              <a:avLst/>
              <a:gdLst/>
              <a:ahLst/>
              <a:cxnLst/>
              <a:rect l="l" t="t" r="r" b="b"/>
              <a:pathLst>
                <a:path w="1224" h="1399" extrusionOk="0">
                  <a:moveTo>
                    <a:pt x="973" y="1"/>
                  </a:moveTo>
                  <a:cubicBezTo>
                    <a:pt x="699" y="1"/>
                    <a:pt x="131" y="231"/>
                    <a:pt x="22" y="1126"/>
                  </a:cubicBezTo>
                  <a:cubicBezTo>
                    <a:pt x="0" y="1257"/>
                    <a:pt x="99" y="1389"/>
                    <a:pt x="230" y="1399"/>
                  </a:cubicBezTo>
                  <a:lnTo>
                    <a:pt x="263" y="1399"/>
                  </a:lnTo>
                  <a:cubicBezTo>
                    <a:pt x="383" y="1399"/>
                    <a:pt x="481" y="1312"/>
                    <a:pt x="503" y="1192"/>
                  </a:cubicBezTo>
                  <a:cubicBezTo>
                    <a:pt x="590" y="525"/>
                    <a:pt x="940" y="493"/>
                    <a:pt x="983" y="481"/>
                  </a:cubicBezTo>
                  <a:cubicBezTo>
                    <a:pt x="1114" y="481"/>
                    <a:pt x="1224" y="372"/>
                    <a:pt x="1224" y="241"/>
                  </a:cubicBezTo>
                  <a:cubicBezTo>
                    <a:pt x="1224" y="110"/>
                    <a:pt x="1114" y="1"/>
                    <a:pt x="9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9"/>
            <p:cNvSpPr/>
            <p:nvPr/>
          </p:nvSpPr>
          <p:spPr>
            <a:xfrm>
              <a:off x="2651448" y="2121530"/>
              <a:ext cx="155158" cy="165618"/>
            </a:xfrm>
            <a:custGeom>
              <a:avLst/>
              <a:gdLst/>
              <a:ahLst/>
              <a:cxnLst/>
              <a:rect l="l" t="t" r="r" b="b"/>
              <a:pathLst>
                <a:path w="1246" h="1330" extrusionOk="0">
                  <a:moveTo>
                    <a:pt x="915" y="0"/>
                  </a:moveTo>
                  <a:cubicBezTo>
                    <a:pt x="811" y="0"/>
                    <a:pt x="657" y="21"/>
                    <a:pt x="503" y="128"/>
                  </a:cubicBezTo>
                  <a:cubicBezTo>
                    <a:pt x="251" y="293"/>
                    <a:pt x="88" y="598"/>
                    <a:pt x="22" y="1046"/>
                  </a:cubicBezTo>
                  <a:cubicBezTo>
                    <a:pt x="1" y="1177"/>
                    <a:pt x="88" y="1308"/>
                    <a:pt x="219" y="1330"/>
                  </a:cubicBezTo>
                  <a:lnTo>
                    <a:pt x="263" y="1330"/>
                  </a:lnTo>
                  <a:cubicBezTo>
                    <a:pt x="372" y="1330"/>
                    <a:pt x="481" y="1242"/>
                    <a:pt x="503" y="1123"/>
                  </a:cubicBezTo>
                  <a:cubicBezTo>
                    <a:pt x="557" y="751"/>
                    <a:pt x="678" y="598"/>
                    <a:pt x="765" y="533"/>
                  </a:cubicBezTo>
                  <a:cubicBezTo>
                    <a:pt x="819" y="494"/>
                    <a:pt x="873" y="488"/>
                    <a:pt x="904" y="488"/>
                  </a:cubicBezTo>
                  <a:cubicBezTo>
                    <a:pt x="917" y="488"/>
                    <a:pt x="926" y="489"/>
                    <a:pt x="929" y="489"/>
                  </a:cubicBezTo>
                  <a:cubicBezTo>
                    <a:pt x="943" y="492"/>
                    <a:pt x="958" y="493"/>
                    <a:pt x="973" y="493"/>
                  </a:cubicBezTo>
                  <a:cubicBezTo>
                    <a:pt x="1088" y="493"/>
                    <a:pt x="1193" y="419"/>
                    <a:pt x="1213" y="303"/>
                  </a:cubicBezTo>
                  <a:cubicBezTo>
                    <a:pt x="1246" y="172"/>
                    <a:pt x="1169" y="41"/>
                    <a:pt x="1038" y="9"/>
                  </a:cubicBezTo>
                  <a:cubicBezTo>
                    <a:pt x="1025" y="9"/>
                    <a:pt x="980" y="0"/>
                    <a:pt x="9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69"/>
            <p:cNvSpPr/>
            <p:nvPr/>
          </p:nvSpPr>
          <p:spPr>
            <a:xfrm>
              <a:off x="2741230" y="2175325"/>
              <a:ext cx="138845" cy="140464"/>
            </a:xfrm>
            <a:custGeom>
              <a:avLst/>
              <a:gdLst/>
              <a:ahLst/>
              <a:cxnLst/>
              <a:rect l="l" t="t" r="r" b="b"/>
              <a:pathLst>
                <a:path w="1115" h="1128" extrusionOk="0">
                  <a:moveTo>
                    <a:pt x="827" y="0"/>
                  </a:moveTo>
                  <a:cubicBezTo>
                    <a:pt x="564" y="0"/>
                    <a:pt x="105" y="176"/>
                    <a:pt x="22" y="854"/>
                  </a:cubicBezTo>
                  <a:cubicBezTo>
                    <a:pt x="0" y="985"/>
                    <a:pt x="98" y="1116"/>
                    <a:pt x="229" y="1128"/>
                  </a:cubicBezTo>
                  <a:lnTo>
                    <a:pt x="263" y="1128"/>
                  </a:lnTo>
                  <a:cubicBezTo>
                    <a:pt x="382" y="1128"/>
                    <a:pt x="481" y="1040"/>
                    <a:pt x="503" y="920"/>
                  </a:cubicBezTo>
                  <a:cubicBezTo>
                    <a:pt x="552" y="554"/>
                    <a:pt x="727" y="492"/>
                    <a:pt x="816" y="492"/>
                  </a:cubicBezTo>
                  <a:cubicBezTo>
                    <a:pt x="826" y="492"/>
                    <a:pt x="834" y="493"/>
                    <a:pt x="841" y="494"/>
                  </a:cubicBezTo>
                  <a:cubicBezTo>
                    <a:pt x="972" y="494"/>
                    <a:pt x="1093" y="395"/>
                    <a:pt x="1103" y="264"/>
                  </a:cubicBezTo>
                  <a:cubicBezTo>
                    <a:pt x="1115" y="133"/>
                    <a:pt x="1016" y="14"/>
                    <a:pt x="874" y="2"/>
                  </a:cubicBezTo>
                  <a:cubicBezTo>
                    <a:pt x="860" y="1"/>
                    <a:pt x="844" y="0"/>
                    <a:pt x="8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69"/>
            <p:cNvSpPr/>
            <p:nvPr/>
          </p:nvSpPr>
          <p:spPr>
            <a:xfrm>
              <a:off x="2815944" y="2224512"/>
              <a:ext cx="141585" cy="129381"/>
            </a:xfrm>
            <a:custGeom>
              <a:avLst/>
              <a:gdLst/>
              <a:ahLst/>
              <a:cxnLst/>
              <a:rect l="l" t="t" r="r" b="b"/>
              <a:pathLst>
                <a:path w="1137" h="1039" extrusionOk="0">
                  <a:moveTo>
                    <a:pt x="758" y="0"/>
                  </a:moveTo>
                  <a:cubicBezTo>
                    <a:pt x="647" y="0"/>
                    <a:pt x="501" y="22"/>
                    <a:pt x="362" y="110"/>
                  </a:cubicBezTo>
                  <a:cubicBezTo>
                    <a:pt x="176" y="241"/>
                    <a:pt x="56" y="459"/>
                    <a:pt x="12" y="765"/>
                  </a:cubicBezTo>
                  <a:cubicBezTo>
                    <a:pt x="1" y="896"/>
                    <a:pt x="88" y="1017"/>
                    <a:pt x="219" y="1039"/>
                  </a:cubicBezTo>
                  <a:lnTo>
                    <a:pt x="252" y="1039"/>
                  </a:lnTo>
                  <a:cubicBezTo>
                    <a:pt x="372" y="1039"/>
                    <a:pt x="481" y="951"/>
                    <a:pt x="493" y="831"/>
                  </a:cubicBezTo>
                  <a:cubicBezTo>
                    <a:pt x="515" y="721"/>
                    <a:pt x="547" y="580"/>
                    <a:pt x="634" y="525"/>
                  </a:cubicBezTo>
                  <a:cubicBezTo>
                    <a:pt x="671" y="495"/>
                    <a:pt x="717" y="488"/>
                    <a:pt x="753" y="488"/>
                  </a:cubicBezTo>
                  <a:cubicBezTo>
                    <a:pt x="782" y="488"/>
                    <a:pt x="804" y="492"/>
                    <a:pt x="809" y="492"/>
                  </a:cubicBezTo>
                  <a:cubicBezTo>
                    <a:pt x="831" y="498"/>
                    <a:pt x="854" y="501"/>
                    <a:pt x="875" y="501"/>
                  </a:cubicBezTo>
                  <a:cubicBezTo>
                    <a:pt x="982" y="501"/>
                    <a:pt x="1077" y="437"/>
                    <a:pt x="1104" y="328"/>
                  </a:cubicBezTo>
                  <a:cubicBezTo>
                    <a:pt x="1137" y="197"/>
                    <a:pt x="1071" y="66"/>
                    <a:pt x="940" y="22"/>
                  </a:cubicBezTo>
                  <a:cubicBezTo>
                    <a:pt x="925" y="17"/>
                    <a:pt x="855" y="0"/>
                    <a:pt x="7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69"/>
            <p:cNvSpPr/>
            <p:nvPr/>
          </p:nvSpPr>
          <p:spPr>
            <a:xfrm>
              <a:off x="2900247" y="2277559"/>
              <a:ext cx="121287" cy="129381"/>
            </a:xfrm>
            <a:custGeom>
              <a:avLst/>
              <a:gdLst/>
              <a:ahLst/>
              <a:cxnLst/>
              <a:rect l="l" t="t" r="r" b="b"/>
              <a:pathLst>
                <a:path w="974" h="1039" extrusionOk="0">
                  <a:moveTo>
                    <a:pt x="631" y="0"/>
                  </a:moveTo>
                  <a:cubicBezTo>
                    <a:pt x="553" y="0"/>
                    <a:pt x="467" y="19"/>
                    <a:pt x="384" y="66"/>
                  </a:cubicBezTo>
                  <a:cubicBezTo>
                    <a:pt x="187" y="176"/>
                    <a:pt x="67" y="416"/>
                    <a:pt x="23" y="765"/>
                  </a:cubicBezTo>
                  <a:cubicBezTo>
                    <a:pt x="1" y="896"/>
                    <a:pt x="100" y="1016"/>
                    <a:pt x="231" y="1038"/>
                  </a:cubicBezTo>
                  <a:lnTo>
                    <a:pt x="263" y="1038"/>
                  </a:lnTo>
                  <a:cubicBezTo>
                    <a:pt x="384" y="1038"/>
                    <a:pt x="493" y="951"/>
                    <a:pt x="503" y="831"/>
                  </a:cubicBezTo>
                  <a:cubicBezTo>
                    <a:pt x="537" y="579"/>
                    <a:pt x="602" y="503"/>
                    <a:pt x="624" y="492"/>
                  </a:cubicBezTo>
                  <a:cubicBezTo>
                    <a:pt x="650" y="501"/>
                    <a:pt x="676" y="506"/>
                    <a:pt x="701" y="506"/>
                  </a:cubicBezTo>
                  <a:cubicBezTo>
                    <a:pt x="796" y="506"/>
                    <a:pt x="887" y="447"/>
                    <a:pt x="930" y="361"/>
                  </a:cubicBezTo>
                  <a:cubicBezTo>
                    <a:pt x="974" y="230"/>
                    <a:pt x="919" y="88"/>
                    <a:pt x="799" y="33"/>
                  </a:cubicBezTo>
                  <a:cubicBezTo>
                    <a:pt x="754" y="13"/>
                    <a:pt x="695" y="0"/>
                    <a:pt x="6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69"/>
            <p:cNvSpPr/>
            <p:nvPr/>
          </p:nvSpPr>
          <p:spPr>
            <a:xfrm>
              <a:off x="2984674" y="2329735"/>
              <a:ext cx="121163" cy="119419"/>
            </a:xfrm>
            <a:custGeom>
              <a:avLst/>
              <a:gdLst/>
              <a:ahLst/>
              <a:cxnLst/>
              <a:rect l="l" t="t" r="r" b="b"/>
              <a:pathLst>
                <a:path w="973" h="959" extrusionOk="0">
                  <a:moveTo>
                    <a:pt x="547" y="0"/>
                  </a:moveTo>
                  <a:cubicBezTo>
                    <a:pt x="493" y="0"/>
                    <a:pt x="437" y="9"/>
                    <a:pt x="383" y="29"/>
                  </a:cubicBezTo>
                  <a:cubicBezTo>
                    <a:pt x="88" y="160"/>
                    <a:pt x="33" y="554"/>
                    <a:pt x="22" y="685"/>
                  </a:cubicBezTo>
                  <a:cubicBezTo>
                    <a:pt x="0" y="816"/>
                    <a:pt x="99" y="947"/>
                    <a:pt x="230" y="958"/>
                  </a:cubicBezTo>
                  <a:lnTo>
                    <a:pt x="262" y="958"/>
                  </a:lnTo>
                  <a:cubicBezTo>
                    <a:pt x="383" y="958"/>
                    <a:pt x="492" y="871"/>
                    <a:pt x="503" y="750"/>
                  </a:cubicBezTo>
                  <a:cubicBezTo>
                    <a:pt x="525" y="597"/>
                    <a:pt x="546" y="532"/>
                    <a:pt x="568" y="499"/>
                  </a:cubicBezTo>
                  <a:cubicBezTo>
                    <a:pt x="609" y="524"/>
                    <a:pt x="655" y="536"/>
                    <a:pt x="700" y="536"/>
                  </a:cubicBezTo>
                  <a:cubicBezTo>
                    <a:pt x="775" y="536"/>
                    <a:pt x="848" y="502"/>
                    <a:pt x="896" y="434"/>
                  </a:cubicBezTo>
                  <a:cubicBezTo>
                    <a:pt x="973" y="325"/>
                    <a:pt x="951" y="172"/>
                    <a:pt x="842" y="95"/>
                  </a:cubicBezTo>
                  <a:cubicBezTo>
                    <a:pt x="774" y="42"/>
                    <a:pt x="665" y="0"/>
                    <a:pt x="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69"/>
            <p:cNvSpPr/>
            <p:nvPr/>
          </p:nvSpPr>
          <p:spPr>
            <a:xfrm>
              <a:off x="3070346" y="2380417"/>
              <a:ext cx="131997" cy="116182"/>
            </a:xfrm>
            <a:custGeom>
              <a:avLst/>
              <a:gdLst/>
              <a:ahLst/>
              <a:cxnLst/>
              <a:rect l="l" t="t" r="r" b="b"/>
              <a:pathLst>
                <a:path w="1060" h="933" extrusionOk="0">
                  <a:moveTo>
                    <a:pt x="571" y="0"/>
                  </a:moveTo>
                  <a:cubicBezTo>
                    <a:pt x="511" y="0"/>
                    <a:pt x="447" y="10"/>
                    <a:pt x="383" y="37"/>
                  </a:cubicBezTo>
                  <a:cubicBezTo>
                    <a:pt x="176" y="125"/>
                    <a:pt x="55" y="333"/>
                    <a:pt x="23" y="660"/>
                  </a:cubicBezTo>
                  <a:cubicBezTo>
                    <a:pt x="1" y="791"/>
                    <a:pt x="99" y="911"/>
                    <a:pt x="230" y="933"/>
                  </a:cubicBezTo>
                  <a:lnTo>
                    <a:pt x="263" y="933"/>
                  </a:lnTo>
                  <a:cubicBezTo>
                    <a:pt x="383" y="933"/>
                    <a:pt x="481" y="846"/>
                    <a:pt x="503" y="726"/>
                  </a:cubicBezTo>
                  <a:cubicBezTo>
                    <a:pt x="525" y="529"/>
                    <a:pt x="569" y="486"/>
                    <a:pt x="569" y="486"/>
                  </a:cubicBezTo>
                  <a:cubicBezTo>
                    <a:pt x="591" y="486"/>
                    <a:pt x="623" y="496"/>
                    <a:pt x="645" y="507"/>
                  </a:cubicBezTo>
                  <a:cubicBezTo>
                    <a:pt x="688" y="538"/>
                    <a:pt x="738" y="552"/>
                    <a:pt x="788" y="552"/>
                  </a:cubicBezTo>
                  <a:cubicBezTo>
                    <a:pt x="863" y="552"/>
                    <a:pt x="937" y="518"/>
                    <a:pt x="984" y="452"/>
                  </a:cubicBezTo>
                  <a:cubicBezTo>
                    <a:pt x="1060" y="343"/>
                    <a:pt x="1038" y="190"/>
                    <a:pt x="929" y="114"/>
                  </a:cubicBezTo>
                  <a:cubicBezTo>
                    <a:pt x="904" y="98"/>
                    <a:pt x="755" y="0"/>
                    <a:pt x="5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7AC2-30AE-AF17-5F88-E868E4D1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C3A886-4F78-3421-AE74-0148A209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3341"/>
            <a:ext cx="7704000" cy="6096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hu-HU" dirty="0"/>
              <a:t>Alapfelhasználó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3833CD-290D-E005-6887-80AC603011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8857" y="586591"/>
            <a:ext cx="8638903" cy="4503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hu-HU" sz="2800" b="1" dirty="0"/>
              <a:t>Ingyenes hozzáférés korlátozott funkciókkal</a:t>
            </a:r>
            <a:endParaRPr lang="hu-HU" sz="2800" dirty="0"/>
          </a:p>
          <a:p>
            <a:pPr marL="152400" indent="0">
              <a:buNone/>
            </a:pPr>
            <a:r>
              <a:rPr lang="hu-HU" sz="2800" b="1" dirty="0"/>
              <a:t>Elérhető funkciók:</a:t>
            </a:r>
            <a:endParaRPr lang="hu-HU" sz="2800" dirty="0"/>
          </a:p>
          <a:p>
            <a:pPr marL="514350" indent="-514350" algn="just">
              <a:buFont typeface="Wingdings" panose="05000000000000000000" pitchFamily="2" charset="2"/>
              <a:buChar char="Ø"/>
            </a:pPr>
            <a:r>
              <a:rPr lang="hu-HU" sz="2800" dirty="0"/>
              <a:t>Összes edzésterv sablon</a:t>
            </a:r>
          </a:p>
          <a:p>
            <a:pPr marL="514350" indent="-514350" algn="just">
              <a:buFont typeface="Wingdings" panose="05000000000000000000" pitchFamily="2" charset="2"/>
              <a:buChar char="Ø"/>
            </a:pPr>
            <a:r>
              <a:rPr lang="hu-HU" sz="2800" dirty="0"/>
              <a:t>30 napos edzésnapló</a:t>
            </a:r>
          </a:p>
          <a:p>
            <a:pPr marL="514350" indent="-514350" algn="just">
              <a:buFont typeface="Wingdings" panose="05000000000000000000" pitchFamily="2" charset="2"/>
              <a:buChar char="Ø"/>
            </a:pPr>
            <a:r>
              <a:rPr lang="hu-HU" sz="2800" dirty="0"/>
              <a:t>Teljes edzéskereső</a:t>
            </a:r>
          </a:p>
          <a:p>
            <a:pPr marL="514350" indent="-514350" algn="just">
              <a:buFont typeface="Wingdings" panose="05000000000000000000" pitchFamily="2" charset="2"/>
              <a:buChar char="Ø"/>
            </a:pPr>
            <a:r>
              <a:rPr lang="en-AU" sz="2800" noProof="0" dirty="0"/>
              <a:t>Timer</a:t>
            </a:r>
            <a:r>
              <a:rPr lang="hu-HU" sz="2800" dirty="0"/>
              <a:t> funkciók</a:t>
            </a:r>
          </a:p>
          <a:p>
            <a:pPr marL="514350" indent="-514350" algn="just">
              <a:buFont typeface="Wingdings" panose="05000000000000000000" pitchFamily="2" charset="2"/>
              <a:buChar char="Ø"/>
            </a:pPr>
            <a:r>
              <a:rPr lang="hu-HU" sz="2800" dirty="0"/>
              <a:t>Utolsó 10 testmérés</a:t>
            </a:r>
          </a:p>
          <a:p>
            <a:pPr marL="514350" indent="-514350" algn="just">
              <a:buFont typeface="Wingdings" panose="05000000000000000000" pitchFamily="2" charset="2"/>
              <a:buChar char="Ø"/>
            </a:pPr>
            <a:r>
              <a:rPr lang="hu-HU" sz="2800" dirty="0"/>
              <a:t>Max 5 </a:t>
            </a:r>
            <a:r>
              <a:rPr lang="en-AU" sz="2800" noProof="0" dirty="0"/>
              <a:t>progress</a:t>
            </a:r>
            <a:r>
              <a:rPr lang="hu-HU" sz="2800" dirty="0"/>
              <a:t> fotó</a:t>
            </a:r>
          </a:p>
          <a:p>
            <a:pPr marL="514350" indent="-514350" algn="just">
              <a:buFont typeface="Wingdings" panose="05000000000000000000" pitchFamily="2" charset="2"/>
              <a:buChar char="Ø"/>
            </a:pPr>
            <a:r>
              <a:rPr lang="hu-HU" sz="2800" dirty="0"/>
              <a:t>1 terv generálás/hó</a:t>
            </a:r>
            <a:endParaRPr lang="hu-HU" altLang="hu-HU" sz="2800" dirty="0"/>
          </a:p>
        </p:txBody>
      </p:sp>
      <p:pic>
        <p:nvPicPr>
          <p:cNvPr id="37" name="Kép 36" descr="A képen lábbelik, ruházat, játékbaba, álló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1EEF7B4-F221-AF17-5C8A-CCBEC8DC3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410" y="624840"/>
            <a:ext cx="3893820" cy="389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08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BF437-F640-C03A-722E-8348AEB69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47545C-2B50-F7E8-58D8-6AACF9A73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3341"/>
            <a:ext cx="7704000" cy="6096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hu-HU" dirty="0"/>
              <a:t>Prémium felhasználó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934385-E4ED-E11B-5294-DBE32E88A2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37680"/>
            <a:ext cx="8969829" cy="487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hu-HU" sz="2400" dirty="0"/>
              <a:t>Teljes hozzáférés + minden alapfunkció</a:t>
            </a:r>
          </a:p>
          <a:p>
            <a:pPr marL="152400" indent="0">
              <a:buNone/>
            </a:pPr>
            <a:r>
              <a:rPr lang="hu-HU" sz="2400" b="1" dirty="0"/>
              <a:t>Exkluzív prémium funkciók: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Edző támogatás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Fejlett statisztikák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Táplálkozási napló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Kihívások &amp; célok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Korlátlan </a:t>
            </a:r>
            <a:r>
              <a:rPr lang="en-AU" sz="2400" noProof="0" dirty="0"/>
              <a:t>progress</a:t>
            </a:r>
            <a:r>
              <a:rPr lang="hu-HU" sz="2400" dirty="0"/>
              <a:t> fotók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Teljes történet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Prémium témák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Exkluzív tartalmak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Prioritás támogatás</a:t>
            </a:r>
          </a:p>
        </p:txBody>
      </p:sp>
      <p:pic>
        <p:nvPicPr>
          <p:cNvPr id="36" name="Kép 35" descr="A képen izom, személy, Rövidnadrág, ízül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F8FA0B4-1028-E5E9-CE09-28C708953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662941"/>
            <a:ext cx="386715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68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177E6-C9A7-55C0-D490-D02ED4B4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51E4EC-BCA3-2817-0E9F-8F1803730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52185"/>
            <a:ext cx="7704000" cy="6096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hu-HU" dirty="0"/>
              <a:t>Személyi Edző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99452E-5F41-0477-F5A1-2B130A2D8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016652"/>
            <a:ext cx="8969829" cy="387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hu-HU" sz="2400" dirty="0"/>
              <a:t>Üzleti profil kliensek kezelésére</a:t>
            </a:r>
          </a:p>
          <a:p>
            <a:pPr marL="152400" indent="0">
              <a:buNone/>
            </a:pPr>
            <a:r>
              <a:rPr lang="hu-HU" sz="2400" b="1" dirty="0"/>
              <a:t>Edzésterv kezelés: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Egyéni tervek készítése klienseknek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Saját gyakorlatok feltöltése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Valós idejű módosítás, sablonok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Kliens kezelés: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Meghívás, profil és statisztika követés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Üzenetküldés, konzultáció, motiválás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2400" dirty="0"/>
              <a:t>Célok és mérföldkövek beállítása</a:t>
            </a:r>
          </a:p>
          <a:p>
            <a:pPr marL="152400" indent="0">
              <a:buNone/>
            </a:pPr>
            <a:endParaRPr lang="hu-HU" sz="2400" dirty="0"/>
          </a:p>
        </p:txBody>
      </p:sp>
      <p:pic>
        <p:nvPicPr>
          <p:cNvPr id="7" name="Kép 6" descr="A képen Mellkas, izom, rajzfilm, ha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CB93029-6A67-F589-5D0E-CD02BFD5B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650" y="861785"/>
            <a:ext cx="379095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561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14D6F9-9A79-84A7-26E5-E882CEE1E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3501"/>
            <a:ext cx="7704000" cy="572700"/>
          </a:xfrm>
        </p:spPr>
        <p:txBody>
          <a:bodyPr/>
          <a:lstStyle/>
          <a:p>
            <a:pPr algn="ctr"/>
            <a:r>
              <a:rPr lang="hu-HU" dirty="0"/>
              <a:t>Alkalmazott technológiák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E4551EE-52A2-5EB5-A950-E16F2A808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57" y="602342"/>
            <a:ext cx="8890000" cy="4252687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600" indent="-457200" algn="just">
              <a:buFont typeface="Wingdings" panose="05000000000000000000" pitchFamily="2" charset="2"/>
              <a:buChar char="Ø"/>
            </a:pPr>
            <a:r>
              <a:rPr lang="hu-HU" sz="3200" dirty="0"/>
              <a:t>A projekt fejlesztése során több technológiát alkalmaztam a rendszer stabil és hatékony működése érdekében.</a:t>
            </a:r>
          </a:p>
          <a:p>
            <a:pPr marL="609600" indent="-457200" algn="just">
              <a:buFont typeface="Wingdings" panose="05000000000000000000" pitchFamily="2" charset="2"/>
              <a:buChar char="Ø"/>
            </a:pPr>
            <a:r>
              <a:rPr lang="hu-HU" sz="3200" b="1" dirty="0"/>
              <a:t>Frontend</a:t>
            </a:r>
            <a:r>
              <a:rPr lang="hu-HU" sz="3200" dirty="0"/>
              <a:t>: HTML, CSS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3200" b="1" dirty="0"/>
              <a:t>Backend</a:t>
            </a:r>
            <a:r>
              <a:rPr lang="hu-HU" sz="3200" dirty="0"/>
              <a:t>: Java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3200" b="1" dirty="0"/>
              <a:t>Adatbázis</a:t>
            </a:r>
            <a:r>
              <a:rPr lang="hu-HU" sz="3200" dirty="0"/>
              <a:t>: </a:t>
            </a:r>
            <a:r>
              <a:rPr lang="en-AU" sz="3200" noProof="0" dirty="0"/>
              <a:t>MySQL</a:t>
            </a:r>
            <a:r>
              <a:rPr lang="hu-HU" sz="3200" dirty="0"/>
              <a:t>, </a:t>
            </a:r>
            <a:r>
              <a:rPr lang="en-AU" sz="3200" noProof="0" dirty="0"/>
              <a:t>Apache</a:t>
            </a:r>
          </a:p>
          <a:p>
            <a:pPr marL="609600" indent="-457200">
              <a:buFont typeface="Wingdings" panose="05000000000000000000" pitchFamily="2" charset="2"/>
              <a:buChar char="Ø"/>
            </a:pPr>
            <a:r>
              <a:rPr lang="hu-HU" sz="3200" b="1" dirty="0"/>
              <a:t>Verziókezelés</a:t>
            </a:r>
            <a:r>
              <a:rPr lang="hu-HU" sz="3200" dirty="0"/>
              <a:t>: </a:t>
            </a:r>
            <a:r>
              <a:rPr lang="en-AU" sz="3200" noProof="0" dirty="0"/>
              <a:t>Git</a:t>
            </a:r>
          </a:p>
          <a:p>
            <a:pPr marL="0" indent="0" algn="just">
              <a:buNone/>
            </a:pP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4091103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985E73-846C-6774-7157-572E78E51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57" y="143330"/>
            <a:ext cx="7704000" cy="572700"/>
          </a:xfrm>
        </p:spPr>
        <p:txBody>
          <a:bodyPr/>
          <a:lstStyle/>
          <a:p>
            <a:pPr algn="ctr"/>
            <a:r>
              <a:rPr lang="hu-HU" dirty="0"/>
              <a:t>Kihívások és tanulságok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479AF86-C0A2-D4C0-342C-743622771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113" y="716030"/>
            <a:ext cx="8990830" cy="4334941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hu-HU" sz="2400" dirty="0"/>
              <a:t>A fejlesztés során több technikai nehézségbe ütköztünk. Minden egyes új funkció megvalósításához új ismereteket kellett elsajátítanunk, és előfordult, hogy egy frissen beépített elem átmenetileg működésképtelenné tette a korábban elkészült részeket. Ezeket közös munkával, folyamatos teszteléssel és egymás támogatásával sikerült megoldanunk. A projekt nagy részét együtt dolgoztuk ki, bizonyos feladatokat pedig kisebb egységekre bontva osztottunk szét egymás között.</a:t>
            </a:r>
          </a:p>
          <a:p>
            <a:pPr marL="0" indent="0" algn="just">
              <a:buNone/>
            </a:pPr>
            <a:r>
              <a:rPr lang="hu-HU" sz="2400" dirty="0"/>
              <a:t>Ha újrakezdhetnénk, több figyelmet fordítanánk az idő beosztására és a feladatok pontosabb ütemezésére. A tervezés és a rendszeres ellenőrzési pontok nagyban segítették volna a munkafolyamatot és csökkentették volna a hibák felhalmozódását.</a:t>
            </a:r>
          </a:p>
          <a:p>
            <a:pPr marL="0" indent="0" algn="just">
              <a:buNone/>
            </a:pP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58326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9AE45D-34D6-25AD-F1F7-371685B2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29" y="161996"/>
            <a:ext cx="7704000" cy="572700"/>
          </a:xfrm>
        </p:spPr>
        <p:txBody>
          <a:bodyPr/>
          <a:lstStyle/>
          <a:p>
            <a:pPr algn="ctr"/>
            <a:r>
              <a:rPr lang="hu-HU" dirty="0"/>
              <a:t>Összegzés és továbbfejlesztési lehetőségek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374BF6F-CC9F-3B6E-91C8-8EFBBD4F4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915" y="863549"/>
            <a:ext cx="8287656" cy="3737479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hu-HU" sz="2400" dirty="0"/>
              <a:t>A projekt célját sikerült elérnünk: létrehoztunk egy működő weboldalt, amely több különböző funkciót is stabilan kezel. Bár a rendszer bizonyos részei még fejlesztésre szorulnak, az elkészült megoldás jól alapozza meg a további bővítéseket.</a:t>
            </a:r>
            <a:br>
              <a:rPr lang="hu-HU" sz="2400" dirty="0"/>
            </a:br>
            <a:r>
              <a:rPr lang="hu-HU" sz="2400" dirty="0"/>
              <a:t>A jövőben  fejleszteni lehet a meglévő funkciókat, javítani a hiányosságokat, valamint új lehetőségeket hozzáadni. Ilyen továbbfejlesztési irány lehet egy mobilalkalmazás verzió készítése, illetve egy AI-asszisztens integrálása, amely támogatná a felhasználókat a rendszer használata közben.</a:t>
            </a:r>
          </a:p>
        </p:txBody>
      </p:sp>
    </p:spTree>
    <p:extLst>
      <p:ext uri="{BB962C8B-B14F-4D97-AF65-F5344CB8AC3E}">
        <p14:creationId xmlns:p14="http://schemas.microsoft.com/office/powerpoint/2010/main" val="888183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65"/>
          <p:cNvSpPr/>
          <p:nvPr/>
        </p:nvSpPr>
        <p:spPr>
          <a:xfrm rot="4500040">
            <a:off x="196401" y="2115810"/>
            <a:ext cx="2801927" cy="2382304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65"/>
          <p:cNvSpPr/>
          <p:nvPr/>
        </p:nvSpPr>
        <p:spPr>
          <a:xfrm rot="-5400000">
            <a:off x="6215032" y="1508696"/>
            <a:ext cx="2748588" cy="2336953"/>
          </a:xfrm>
          <a:custGeom>
            <a:avLst/>
            <a:gdLst/>
            <a:ahLst/>
            <a:cxnLst/>
            <a:rect l="l" t="t" r="r" b="b"/>
            <a:pathLst>
              <a:path w="14089" h="11979" extrusionOk="0">
                <a:moveTo>
                  <a:pt x="4285" y="0"/>
                </a:moveTo>
                <a:cubicBezTo>
                  <a:pt x="2217" y="0"/>
                  <a:pt x="1" y="1339"/>
                  <a:pt x="8" y="4986"/>
                </a:cubicBezTo>
                <a:cubicBezTo>
                  <a:pt x="19" y="11168"/>
                  <a:pt x="6059" y="11911"/>
                  <a:pt x="6059" y="11911"/>
                </a:cubicBezTo>
                <a:cubicBezTo>
                  <a:pt x="6402" y="11957"/>
                  <a:pt x="6742" y="11979"/>
                  <a:pt x="7075" y="11979"/>
                </a:cubicBezTo>
                <a:cubicBezTo>
                  <a:pt x="10960" y="11979"/>
                  <a:pt x="14088" y="8957"/>
                  <a:pt x="13585" y="4833"/>
                </a:cubicBezTo>
                <a:cubicBezTo>
                  <a:pt x="13039" y="355"/>
                  <a:pt x="8986" y="2692"/>
                  <a:pt x="7075" y="966"/>
                </a:cubicBezTo>
                <a:cubicBezTo>
                  <a:pt x="6414" y="369"/>
                  <a:pt x="5370" y="0"/>
                  <a:pt x="428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1" name="Google Shape;1491;p65"/>
          <p:cNvGrpSpPr/>
          <p:nvPr/>
        </p:nvGrpSpPr>
        <p:grpSpPr>
          <a:xfrm flipH="1">
            <a:off x="400949" y="410148"/>
            <a:ext cx="1371016" cy="3095262"/>
            <a:chOff x="1858525" y="267475"/>
            <a:chExt cx="370575" cy="836625"/>
          </a:xfrm>
        </p:grpSpPr>
        <p:sp>
          <p:nvSpPr>
            <p:cNvPr id="1492" name="Google Shape;1492;p65"/>
            <p:cNvSpPr/>
            <p:nvPr/>
          </p:nvSpPr>
          <p:spPr>
            <a:xfrm>
              <a:off x="1999150" y="302775"/>
              <a:ext cx="22425" cy="53100"/>
            </a:xfrm>
            <a:custGeom>
              <a:avLst/>
              <a:gdLst/>
              <a:ahLst/>
              <a:cxnLst/>
              <a:rect l="l" t="t" r="r" b="b"/>
              <a:pathLst>
                <a:path w="897" h="2124" extrusionOk="0">
                  <a:moveTo>
                    <a:pt x="565" y="0"/>
                  </a:moveTo>
                  <a:cubicBezTo>
                    <a:pt x="398" y="0"/>
                    <a:pt x="243" y="104"/>
                    <a:pt x="143" y="254"/>
                  </a:cubicBezTo>
                  <a:cubicBezTo>
                    <a:pt x="34" y="407"/>
                    <a:pt x="1" y="603"/>
                    <a:pt x="12" y="790"/>
                  </a:cubicBezTo>
                  <a:cubicBezTo>
                    <a:pt x="12" y="975"/>
                    <a:pt x="56" y="1161"/>
                    <a:pt x="99" y="1336"/>
                  </a:cubicBezTo>
                  <a:cubicBezTo>
                    <a:pt x="121" y="1412"/>
                    <a:pt x="153" y="1489"/>
                    <a:pt x="165" y="1565"/>
                  </a:cubicBezTo>
                  <a:cubicBezTo>
                    <a:pt x="187" y="1718"/>
                    <a:pt x="153" y="1958"/>
                    <a:pt x="361" y="2013"/>
                  </a:cubicBezTo>
                  <a:cubicBezTo>
                    <a:pt x="464" y="2036"/>
                    <a:pt x="533" y="2124"/>
                    <a:pt x="600" y="2124"/>
                  </a:cubicBezTo>
                  <a:cubicBezTo>
                    <a:pt x="626" y="2124"/>
                    <a:pt x="651" y="2111"/>
                    <a:pt x="678" y="2078"/>
                  </a:cubicBezTo>
                  <a:cubicBezTo>
                    <a:pt x="798" y="1914"/>
                    <a:pt x="896" y="1707"/>
                    <a:pt x="874" y="1499"/>
                  </a:cubicBezTo>
                  <a:lnTo>
                    <a:pt x="612" y="3"/>
                  </a:lnTo>
                  <a:cubicBezTo>
                    <a:pt x="596" y="1"/>
                    <a:pt x="581" y="0"/>
                    <a:pt x="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65"/>
            <p:cNvSpPr/>
            <p:nvPr/>
          </p:nvSpPr>
          <p:spPr>
            <a:xfrm>
              <a:off x="1864550" y="711050"/>
              <a:ext cx="158650" cy="203075"/>
            </a:xfrm>
            <a:custGeom>
              <a:avLst/>
              <a:gdLst/>
              <a:ahLst/>
              <a:cxnLst/>
              <a:rect l="l" t="t" r="r" b="b"/>
              <a:pathLst>
                <a:path w="6346" h="8123" extrusionOk="0">
                  <a:moveTo>
                    <a:pt x="1855" y="1"/>
                  </a:moveTo>
                  <a:cubicBezTo>
                    <a:pt x="1625" y="1"/>
                    <a:pt x="1265" y="572"/>
                    <a:pt x="1158" y="712"/>
                  </a:cubicBezTo>
                  <a:cubicBezTo>
                    <a:pt x="874" y="1105"/>
                    <a:pt x="612" y="1509"/>
                    <a:pt x="371" y="1935"/>
                  </a:cubicBezTo>
                  <a:cubicBezTo>
                    <a:pt x="0" y="2590"/>
                    <a:pt x="316" y="2885"/>
                    <a:pt x="765" y="3366"/>
                  </a:cubicBezTo>
                  <a:cubicBezTo>
                    <a:pt x="1092" y="3705"/>
                    <a:pt x="1442" y="4021"/>
                    <a:pt x="1780" y="4360"/>
                  </a:cubicBezTo>
                  <a:cubicBezTo>
                    <a:pt x="2075" y="4654"/>
                    <a:pt x="2490" y="4982"/>
                    <a:pt x="2829" y="5244"/>
                  </a:cubicBezTo>
                  <a:cubicBezTo>
                    <a:pt x="3342" y="5649"/>
                    <a:pt x="3779" y="5987"/>
                    <a:pt x="4227" y="6457"/>
                  </a:cubicBezTo>
                  <a:cubicBezTo>
                    <a:pt x="4260" y="6489"/>
                    <a:pt x="4292" y="6511"/>
                    <a:pt x="4314" y="6544"/>
                  </a:cubicBezTo>
                  <a:cubicBezTo>
                    <a:pt x="4762" y="7025"/>
                    <a:pt x="5221" y="7407"/>
                    <a:pt x="5603" y="7953"/>
                  </a:cubicBezTo>
                  <a:cubicBezTo>
                    <a:pt x="5647" y="8030"/>
                    <a:pt x="5712" y="8106"/>
                    <a:pt x="5800" y="8117"/>
                  </a:cubicBezTo>
                  <a:cubicBezTo>
                    <a:pt x="5812" y="8121"/>
                    <a:pt x="5824" y="8122"/>
                    <a:pt x="5836" y="8122"/>
                  </a:cubicBezTo>
                  <a:cubicBezTo>
                    <a:pt x="5900" y="8122"/>
                    <a:pt x="5963" y="8077"/>
                    <a:pt x="6018" y="8040"/>
                  </a:cubicBezTo>
                  <a:cubicBezTo>
                    <a:pt x="6139" y="7964"/>
                    <a:pt x="6313" y="7866"/>
                    <a:pt x="6335" y="7713"/>
                  </a:cubicBezTo>
                  <a:cubicBezTo>
                    <a:pt x="6346" y="7680"/>
                    <a:pt x="6335" y="7647"/>
                    <a:pt x="6324" y="7615"/>
                  </a:cubicBezTo>
                  <a:cubicBezTo>
                    <a:pt x="6226" y="7287"/>
                    <a:pt x="6084" y="6948"/>
                    <a:pt x="5920" y="6654"/>
                  </a:cubicBezTo>
                  <a:cubicBezTo>
                    <a:pt x="5767" y="6392"/>
                    <a:pt x="5527" y="6195"/>
                    <a:pt x="5374" y="5933"/>
                  </a:cubicBezTo>
                  <a:cubicBezTo>
                    <a:pt x="5319" y="5824"/>
                    <a:pt x="5265" y="5725"/>
                    <a:pt x="5210" y="5616"/>
                  </a:cubicBezTo>
                  <a:cubicBezTo>
                    <a:pt x="5166" y="5528"/>
                    <a:pt x="5122" y="5452"/>
                    <a:pt x="5079" y="5365"/>
                  </a:cubicBezTo>
                  <a:cubicBezTo>
                    <a:pt x="4937" y="5069"/>
                    <a:pt x="4795" y="4775"/>
                    <a:pt x="4642" y="4491"/>
                  </a:cubicBezTo>
                  <a:cubicBezTo>
                    <a:pt x="4467" y="4141"/>
                    <a:pt x="4260" y="3814"/>
                    <a:pt x="4020" y="3518"/>
                  </a:cubicBezTo>
                  <a:cubicBezTo>
                    <a:pt x="3758" y="3213"/>
                    <a:pt x="3331" y="3049"/>
                    <a:pt x="3124" y="2700"/>
                  </a:cubicBezTo>
                  <a:cubicBezTo>
                    <a:pt x="3375" y="2438"/>
                    <a:pt x="3670" y="2219"/>
                    <a:pt x="3932" y="1967"/>
                  </a:cubicBezTo>
                  <a:cubicBezTo>
                    <a:pt x="4948" y="996"/>
                    <a:pt x="2578" y="78"/>
                    <a:pt x="1867" y="1"/>
                  </a:cubicBezTo>
                  <a:cubicBezTo>
                    <a:pt x="1863" y="1"/>
                    <a:pt x="1859" y="1"/>
                    <a:pt x="1855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5"/>
            <p:cNvSpPr/>
            <p:nvPr/>
          </p:nvSpPr>
          <p:spPr>
            <a:xfrm>
              <a:off x="2126400" y="325775"/>
              <a:ext cx="102700" cy="149975"/>
            </a:xfrm>
            <a:custGeom>
              <a:avLst/>
              <a:gdLst/>
              <a:ahLst/>
              <a:cxnLst/>
              <a:rect l="l" t="t" r="r" b="b"/>
              <a:pathLst>
                <a:path w="4108" h="5999" extrusionOk="0">
                  <a:moveTo>
                    <a:pt x="3376" y="1"/>
                  </a:moveTo>
                  <a:cubicBezTo>
                    <a:pt x="3168" y="164"/>
                    <a:pt x="2896" y="251"/>
                    <a:pt x="2622" y="273"/>
                  </a:cubicBezTo>
                  <a:cubicBezTo>
                    <a:pt x="2316" y="2327"/>
                    <a:pt x="2240" y="3758"/>
                    <a:pt x="2240" y="3758"/>
                  </a:cubicBezTo>
                  <a:cubicBezTo>
                    <a:pt x="2159" y="3745"/>
                    <a:pt x="2073" y="3738"/>
                    <a:pt x="1984" y="3738"/>
                  </a:cubicBezTo>
                  <a:cubicBezTo>
                    <a:pt x="1137" y="3738"/>
                    <a:pt x="1" y="4293"/>
                    <a:pt x="1" y="4293"/>
                  </a:cubicBezTo>
                  <a:lnTo>
                    <a:pt x="449" y="5997"/>
                  </a:lnTo>
                  <a:cubicBezTo>
                    <a:pt x="449" y="5997"/>
                    <a:pt x="496" y="5999"/>
                    <a:pt x="578" y="5999"/>
                  </a:cubicBezTo>
                  <a:cubicBezTo>
                    <a:pt x="1100" y="5999"/>
                    <a:pt x="3053" y="5925"/>
                    <a:pt x="3496" y="4839"/>
                  </a:cubicBezTo>
                  <a:cubicBezTo>
                    <a:pt x="4108" y="3321"/>
                    <a:pt x="3474" y="547"/>
                    <a:pt x="3474" y="547"/>
                  </a:cubicBezTo>
                  <a:lnTo>
                    <a:pt x="3376" y="1"/>
                  </a:ln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65"/>
            <p:cNvSpPr/>
            <p:nvPr/>
          </p:nvSpPr>
          <p:spPr>
            <a:xfrm>
              <a:off x="2167650" y="299275"/>
              <a:ext cx="47000" cy="34175"/>
            </a:xfrm>
            <a:custGeom>
              <a:avLst/>
              <a:gdLst/>
              <a:ahLst/>
              <a:cxnLst/>
              <a:rect l="l" t="t" r="r" b="b"/>
              <a:pathLst>
                <a:path w="1880" h="1367" extrusionOk="0">
                  <a:moveTo>
                    <a:pt x="1573" y="1"/>
                  </a:moveTo>
                  <a:cubicBezTo>
                    <a:pt x="1508" y="1"/>
                    <a:pt x="1442" y="1"/>
                    <a:pt x="1365" y="12"/>
                  </a:cubicBezTo>
                  <a:cubicBezTo>
                    <a:pt x="1158" y="23"/>
                    <a:pt x="950" y="44"/>
                    <a:pt x="743" y="56"/>
                  </a:cubicBezTo>
                  <a:cubicBezTo>
                    <a:pt x="699" y="66"/>
                    <a:pt x="644" y="66"/>
                    <a:pt x="590" y="88"/>
                  </a:cubicBezTo>
                  <a:cubicBezTo>
                    <a:pt x="481" y="143"/>
                    <a:pt x="437" y="274"/>
                    <a:pt x="426" y="394"/>
                  </a:cubicBezTo>
                  <a:lnTo>
                    <a:pt x="426" y="558"/>
                  </a:lnTo>
                  <a:cubicBezTo>
                    <a:pt x="426" y="547"/>
                    <a:pt x="426" y="525"/>
                    <a:pt x="415" y="515"/>
                  </a:cubicBezTo>
                  <a:cubicBezTo>
                    <a:pt x="404" y="427"/>
                    <a:pt x="328" y="350"/>
                    <a:pt x="241" y="328"/>
                  </a:cubicBezTo>
                  <a:cubicBezTo>
                    <a:pt x="228" y="325"/>
                    <a:pt x="214" y="324"/>
                    <a:pt x="201" y="324"/>
                  </a:cubicBezTo>
                  <a:cubicBezTo>
                    <a:pt x="125" y="324"/>
                    <a:pt x="50" y="373"/>
                    <a:pt x="22" y="438"/>
                  </a:cubicBezTo>
                  <a:cubicBezTo>
                    <a:pt x="0" y="493"/>
                    <a:pt x="0" y="558"/>
                    <a:pt x="11" y="624"/>
                  </a:cubicBezTo>
                  <a:cubicBezTo>
                    <a:pt x="33" y="733"/>
                    <a:pt x="76" y="864"/>
                    <a:pt x="153" y="951"/>
                  </a:cubicBezTo>
                  <a:cubicBezTo>
                    <a:pt x="207" y="1006"/>
                    <a:pt x="284" y="1027"/>
                    <a:pt x="360" y="1061"/>
                  </a:cubicBezTo>
                  <a:cubicBezTo>
                    <a:pt x="481" y="1115"/>
                    <a:pt x="590" y="1180"/>
                    <a:pt x="710" y="1246"/>
                  </a:cubicBezTo>
                  <a:cubicBezTo>
                    <a:pt x="809" y="1290"/>
                    <a:pt x="896" y="1311"/>
                    <a:pt x="983" y="1366"/>
                  </a:cubicBezTo>
                  <a:cubicBezTo>
                    <a:pt x="983" y="1366"/>
                    <a:pt x="1671" y="1246"/>
                    <a:pt x="1748" y="1093"/>
                  </a:cubicBezTo>
                  <a:cubicBezTo>
                    <a:pt x="1879" y="787"/>
                    <a:pt x="1868" y="394"/>
                    <a:pt x="1726" y="88"/>
                  </a:cubicBezTo>
                  <a:cubicBezTo>
                    <a:pt x="1704" y="66"/>
                    <a:pt x="1693" y="34"/>
                    <a:pt x="1671" y="23"/>
                  </a:cubicBezTo>
                  <a:cubicBezTo>
                    <a:pt x="1639" y="1"/>
                    <a:pt x="1606" y="1"/>
                    <a:pt x="1573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65"/>
            <p:cNvSpPr/>
            <p:nvPr/>
          </p:nvSpPr>
          <p:spPr>
            <a:xfrm>
              <a:off x="2174750" y="296000"/>
              <a:ext cx="11200" cy="23725"/>
            </a:xfrm>
            <a:custGeom>
              <a:avLst/>
              <a:gdLst/>
              <a:ahLst/>
              <a:cxnLst/>
              <a:rect l="l" t="t" r="r" b="b"/>
              <a:pathLst>
                <a:path w="448" h="949" extrusionOk="0">
                  <a:moveTo>
                    <a:pt x="273" y="1"/>
                  </a:moveTo>
                  <a:cubicBezTo>
                    <a:pt x="251" y="1"/>
                    <a:pt x="241" y="1"/>
                    <a:pt x="219" y="12"/>
                  </a:cubicBezTo>
                  <a:cubicBezTo>
                    <a:pt x="197" y="12"/>
                    <a:pt x="175" y="12"/>
                    <a:pt x="153" y="22"/>
                  </a:cubicBezTo>
                  <a:cubicBezTo>
                    <a:pt x="88" y="44"/>
                    <a:pt x="22" y="110"/>
                    <a:pt x="11" y="175"/>
                  </a:cubicBezTo>
                  <a:cubicBezTo>
                    <a:pt x="0" y="219"/>
                    <a:pt x="11" y="263"/>
                    <a:pt x="11" y="306"/>
                  </a:cubicBezTo>
                  <a:cubicBezTo>
                    <a:pt x="11" y="372"/>
                    <a:pt x="11" y="438"/>
                    <a:pt x="22" y="514"/>
                  </a:cubicBezTo>
                  <a:cubicBezTo>
                    <a:pt x="22" y="634"/>
                    <a:pt x="33" y="777"/>
                    <a:pt x="76" y="886"/>
                  </a:cubicBezTo>
                  <a:cubicBezTo>
                    <a:pt x="95" y="931"/>
                    <a:pt x="121" y="949"/>
                    <a:pt x="149" y="949"/>
                  </a:cubicBezTo>
                  <a:cubicBezTo>
                    <a:pt x="223" y="949"/>
                    <a:pt x="315" y="831"/>
                    <a:pt x="339" y="777"/>
                  </a:cubicBezTo>
                  <a:cubicBezTo>
                    <a:pt x="404" y="667"/>
                    <a:pt x="426" y="536"/>
                    <a:pt x="437" y="405"/>
                  </a:cubicBezTo>
                  <a:cubicBezTo>
                    <a:pt x="448" y="318"/>
                    <a:pt x="448" y="230"/>
                    <a:pt x="437" y="143"/>
                  </a:cubicBezTo>
                  <a:cubicBezTo>
                    <a:pt x="437" y="143"/>
                    <a:pt x="437" y="121"/>
                    <a:pt x="426" y="110"/>
                  </a:cubicBezTo>
                  <a:cubicBezTo>
                    <a:pt x="426" y="105"/>
                    <a:pt x="423" y="105"/>
                    <a:pt x="421" y="105"/>
                  </a:cubicBezTo>
                  <a:cubicBezTo>
                    <a:pt x="418" y="105"/>
                    <a:pt x="415" y="105"/>
                    <a:pt x="415" y="99"/>
                  </a:cubicBezTo>
                  <a:cubicBezTo>
                    <a:pt x="404" y="88"/>
                    <a:pt x="382" y="78"/>
                    <a:pt x="372" y="66"/>
                  </a:cubicBezTo>
                  <a:cubicBezTo>
                    <a:pt x="350" y="34"/>
                    <a:pt x="306" y="12"/>
                    <a:pt x="273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65"/>
            <p:cNvSpPr/>
            <p:nvPr/>
          </p:nvSpPr>
          <p:spPr>
            <a:xfrm>
              <a:off x="2184025" y="294375"/>
              <a:ext cx="27350" cy="23025"/>
            </a:xfrm>
            <a:custGeom>
              <a:avLst/>
              <a:gdLst/>
              <a:ahLst/>
              <a:cxnLst/>
              <a:rect l="l" t="t" r="r" b="b"/>
              <a:pathLst>
                <a:path w="1094" h="921" extrusionOk="0">
                  <a:moveTo>
                    <a:pt x="252" y="0"/>
                  </a:moveTo>
                  <a:cubicBezTo>
                    <a:pt x="208" y="11"/>
                    <a:pt x="164" y="22"/>
                    <a:pt x="120" y="44"/>
                  </a:cubicBezTo>
                  <a:cubicBezTo>
                    <a:pt x="99" y="66"/>
                    <a:pt x="55" y="121"/>
                    <a:pt x="23" y="121"/>
                  </a:cubicBezTo>
                  <a:cubicBezTo>
                    <a:pt x="23" y="153"/>
                    <a:pt x="23" y="186"/>
                    <a:pt x="11" y="208"/>
                  </a:cubicBezTo>
                  <a:cubicBezTo>
                    <a:pt x="11" y="240"/>
                    <a:pt x="1" y="274"/>
                    <a:pt x="1" y="295"/>
                  </a:cubicBezTo>
                  <a:cubicBezTo>
                    <a:pt x="1" y="306"/>
                    <a:pt x="55" y="601"/>
                    <a:pt x="55" y="601"/>
                  </a:cubicBezTo>
                  <a:lnTo>
                    <a:pt x="110" y="776"/>
                  </a:lnTo>
                  <a:cubicBezTo>
                    <a:pt x="132" y="808"/>
                    <a:pt x="154" y="830"/>
                    <a:pt x="176" y="863"/>
                  </a:cubicBezTo>
                  <a:cubicBezTo>
                    <a:pt x="197" y="885"/>
                    <a:pt x="230" y="918"/>
                    <a:pt x="263" y="918"/>
                  </a:cubicBezTo>
                  <a:cubicBezTo>
                    <a:pt x="271" y="920"/>
                    <a:pt x="278" y="921"/>
                    <a:pt x="286" y="921"/>
                  </a:cubicBezTo>
                  <a:cubicBezTo>
                    <a:pt x="318" y="921"/>
                    <a:pt x="343" y="901"/>
                    <a:pt x="361" y="874"/>
                  </a:cubicBezTo>
                  <a:cubicBezTo>
                    <a:pt x="372" y="852"/>
                    <a:pt x="361" y="820"/>
                    <a:pt x="383" y="798"/>
                  </a:cubicBezTo>
                  <a:cubicBezTo>
                    <a:pt x="416" y="852"/>
                    <a:pt x="481" y="896"/>
                    <a:pt x="547" y="907"/>
                  </a:cubicBezTo>
                  <a:cubicBezTo>
                    <a:pt x="557" y="918"/>
                    <a:pt x="579" y="918"/>
                    <a:pt x="591" y="918"/>
                  </a:cubicBezTo>
                  <a:cubicBezTo>
                    <a:pt x="623" y="918"/>
                    <a:pt x="645" y="896"/>
                    <a:pt x="656" y="863"/>
                  </a:cubicBezTo>
                  <a:cubicBezTo>
                    <a:pt x="667" y="842"/>
                    <a:pt x="678" y="808"/>
                    <a:pt x="678" y="776"/>
                  </a:cubicBezTo>
                  <a:lnTo>
                    <a:pt x="678" y="699"/>
                  </a:lnTo>
                  <a:lnTo>
                    <a:pt x="798" y="820"/>
                  </a:lnTo>
                  <a:cubicBezTo>
                    <a:pt x="798" y="820"/>
                    <a:pt x="816" y="821"/>
                    <a:pt x="842" y="821"/>
                  </a:cubicBezTo>
                  <a:cubicBezTo>
                    <a:pt x="895" y="821"/>
                    <a:pt x="980" y="816"/>
                    <a:pt x="994" y="787"/>
                  </a:cubicBezTo>
                  <a:cubicBezTo>
                    <a:pt x="1049" y="677"/>
                    <a:pt x="1093" y="546"/>
                    <a:pt x="1082" y="415"/>
                  </a:cubicBezTo>
                  <a:cubicBezTo>
                    <a:pt x="1082" y="317"/>
                    <a:pt x="1049" y="219"/>
                    <a:pt x="994" y="143"/>
                  </a:cubicBezTo>
                  <a:cubicBezTo>
                    <a:pt x="975" y="114"/>
                    <a:pt x="948" y="85"/>
                    <a:pt x="920" y="85"/>
                  </a:cubicBezTo>
                  <a:cubicBezTo>
                    <a:pt x="916" y="85"/>
                    <a:pt x="911" y="86"/>
                    <a:pt x="907" y="87"/>
                  </a:cubicBezTo>
                  <a:cubicBezTo>
                    <a:pt x="892" y="87"/>
                    <a:pt x="883" y="93"/>
                    <a:pt x="875" y="93"/>
                  </a:cubicBezTo>
                  <a:cubicBezTo>
                    <a:pt x="871" y="93"/>
                    <a:pt x="867" y="91"/>
                    <a:pt x="863" y="87"/>
                  </a:cubicBezTo>
                  <a:cubicBezTo>
                    <a:pt x="853" y="87"/>
                    <a:pt x="853" y="77"/>
                    <a:pt x="841" y="77"/>
                  </a:cubicBezTo>
                  <a:cubicBezTo>
                    <a:pt x="809" y="22"/>
                    <a:pt x="743" y="11"/>
                    <a:pt x="678" y="0"/>
                  </a:cubicBezTo>
                  <a:cubicBezTo>
                    <a:pt x="612" y="0"/>
                    <a:pt x="536" y="11"/>
                    <a:pt x="470" y="33"/>
                  </a:cubicBezTo>
                  <a:cubicBezTo>
                    <a:pt x="459" y="44"/>
                    <a:pt x="438" y="55"/>
                    <a:pt x="426" y="55"/>
                  </a:cubicBezTo>
                  <a:cubicBezTo>
                    <a:pt x="415" y="60"/>
                    <a:pt x="413" y="63"/>
                    <a:pt x="411" y="63"/>
                  </a:cubicBezTo>
                  <a:cubicBezTo>
                    <a:pt x="410" y="63"/>
                    <a:pt x="410" y="60"/>
                    <a:pt x="404" y="55"/>
                  </a:cubicBezTo>
                  <a:cubicBezTo>
                    <a:pt x="383" y="33"/>
                    <a:pt x="372" y="11"/>
                    <a:pt x="339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65"/>
            <p:cNvSpPr/>
            <p:nvPr/>
          </p:nvSpPr>
          <p:spPr>
            <a:xfrm>
              <a:off x="2046400" y="759025"/>
              <a:ext cx="66100" cy="261050"/>
            </a:xfrm>
            <a:custGeom>
              <a:avLst/>
              <a:gdLst/>
              <a:ahLst/>
              <a:cxnLst/>
              <a:rect l="l" t="t" r="r" b="b"/>
              <a:pathLst>
                <a:path w="2644" h="10442" extrusionOk="0">
                  <a:moveTo>
                    <a:pt x="1497" y="1"/>
                  </a:moveTo>
                  <a:cubicBezTo>
                    <a:pt x="954" y="1"/>
                    <a:pt x="434" y="156"/>
                    <a:pt x="1" y="366"/>
                  </a:cubicBezTo>
                  <a:cubicBezTo>
                    <a:pt x="1" y="846"/>
                    <a:pt x="219" y="2070"/>
                    <a:pt x="383" y="2910"/>
                  </a:cubicBezTo>
                  <a:cubicBezTo>
                    <a:pt x="470" y="3358"/>
                    <a:pt x="448" y="3806"/>
                    <a:pt x="361" y="4254"/>
                  </a:cubicBezTo>
                  <a:cubicBezTo>
                    <a:pt x="263" y="4713"/>
                    <a:pt x="273" y="5335"/>
                    <a:pt x="208" y="5925"/>
                  </a:cubicBezTo>
                  <a:cubicBezTo>
                    <a:pt x="132" y="6755"/>
                    <a:pt x="809" y="9748"/>
                    <a:pt x="863" y="10109"/>
                  </a:cubicBezTo>
                  <a:cubicBezTo>
                    <a:pt x="892" y="10304"/>
                    <a:pt x="1077" y="10441"/>
                    <a:pt x="1262" y="10441"/>
                  </a:cubicBezTo>
                  <a:cubicBezTo>
                    <a:pt x="1430" y="10441"/>
                    <a:pt x="1598" y="10328"/>
                    <a:pt x="1650" y="10043"/>
                  </a:cubicBezTo>
                  <a:cubicBezTo>
                    <a:pt x="2644" y="5958"/>
                    <a:pt x="2360" y="3992"/>
                    <a:pt x="2239" y="3150"/>
                  </a:cubicBezTo>
                  <a:cubicBezTo>
                    <a:pt x="2218" y="2769"/>
                    <a:pt x="2589" y="235"/>
                    <a:pt x="2589" y="235"/>
                  </a:cubicBezTo>
                  <a:cubicBezTo>
                    <a:pt x="2227" y="69"/>
                    <a:pt x="1857" y="1"/>
                    <a:pt x="1497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65"/>
            <p:cNvSpPr/>
            <p:nvPr/>
          </p:nvSpPr>
          <p:spPr>
            <a:xfrm>
              <a:off x="2060050" y="992875"/>
              <a:ext cx="31700" cy="69825"/>
            </a:xfrm>
            <a:custGeom>
              <a:avLst/>
              <a:gdLst/>
              <a:ahLst/>
              <a:cxnLst/>
              <a:rect l="l" t="t" r="r" b="b"/>
              <a:pathLst>
                <a:path w="1268" h="2793" extrusionOk="0">
                  <a:moveTo>
                    <a:pt x="1268" y="1"/>
                  </a:moveTo>
                  <a:cubicBezTo>
                    <a:pt x="1268" y="1"/>
                    <a:pt x="1055" y="132"/>
                    <a:pt x="786" y="132"/>
                  </a:cubicBezTo>
                  <a:cubicBezTo>
                    <a:pt x="776" y="132"/>
                    <a:pt x="765" y="132"/>
                    <a:pt x="754" y="132"/>
                  </a:cubicBezTo>
                  <a:cubicBezTo>
                    <a:pt x="579" y="121"/>
                    <a:pt x="197" y="78"/>
                    <a:pt x="197" y="78"/>
                  </a:cubicBezTo>
                  <a:lnTo>
                    <a:pt x="197" y="78"/>
                  </a:lnTo>
                  <a:cubicBezTo>
                    <a:pt x="197" y="78"/>
                    <a:pt x="230" y="689"/>
                    <a:pt x="219" y="864"/>
                  </a:cubicBezTo>
                  <a:cubicBezTo>
                    <a:pt x="154" y="2044"/>
                    <a:pt x="1" y="2590"/>
                    <a:pt x="1" y="2590"/>
                  </a:cubicBezTo>
                  <a:cubicBezTo>
                    <a:pt x="1" y="2590"/>
                    <a:pt x="510" y="2793"/>
                    <a:pt x="860" y="2793"/>
                  </a:cubicBezTo>
                  <a:cubicBezTo>
                    <a:pt x="1055" y="2793"/>
                    <a:pt x="1200" y="2730"/>
                    <a:pt x="1180" y="2535"/>
                  </a:cubicBezTo>
                  <a:cubicBezTo>
                    <a:pt x="1137" y="1989"/>
                    <a:pt x="1268" y="88"/>
                    <a:pt x="1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65"/>
            <p:cNvSpPr/>
            <p:nvPr/>
          </p:nvSpPr>
          <p:spPr>
            <a:xfrm>
              <a:off x="2041750" y="1034075"/>
              <a:ext cx="75125" cy="70025"/>
            </a:xfrm>
            <a:custGeom>
              <a:avLst/>
              <a:gdLst/>
              <a:ahLst/>
              <a:cxnLst/>
              <a:rect l="l" t="t" r="r" b="b"/>
              <a:pathLst>
                <a:path w="3005" h="2801" extrusionOk="0">
                  <a:moveTo>
                    <a:pt x="1858" y="0"/>
                  </a:moveTo>
                  <a:cubicBezTo>
                    <a:pt x="1848" y="0"/>
                    <a:pt x="1837" y="1"/>
                    <a:pt x="1825" y="2"/>
                  </a:cubicBezTo>
                  <a:cubicBezTo>
                    <a:pt x="1399" y="46"/>
                    <a:pt x="1213" y="144"/>
                    <a:pt x="1115" y="559"/>
                  </a:cubicBezTo>
                  <a:cubicBezTo>
                    <a:pt x="1072" y="739"/>
                    <a:pt x="1028" y="799"/>
                    <a:pt x="990" y="799"/>
                  </a:cubicBezTo>
                  <a:cubicBezTo>
                    <a:pt x="911" y="799"/>
                    <a:pt x="852" y="549"/>
                    <a:pt x="852" y="549"/>
                  </a:cubicBezTo>
                  <a:cubicBezTo>
                    <a:pt x="852" y="549"/>
                    <a:pt x="830" y="459"/>
                    <a:pt x="785" y="459"/>
                  </a:cubicBezTo>
                  <a:cubicBezTo>
                    <a:pt x="776" y="459"/>
                    <a:pt x="766" y="462"/>
                    <a:pt x="755" y="472"/>
                  </a:cubicBezTo>
                  <a:cubicBezTo>
                    <a:pt x="689" y="515"/>
                    <a:pt x="449" y="1214"/>
                    <a:pt x="383" y="1663"/>
                  </a:cubicBezTo>
                  <a:cubicBezTo>
                    <a:pt x="318" y="2100"/>
                    <a:pt x="1" y="2318"/>
                    <a:pt x="471" y="2602"/>
                  </a:cubicBezTo>
                  <a:cubicBezTo>
                    <a:pt x="689" y="2737"/>
                    <a:pt x="1191" y="2800"/>
                    <a:pt x="1677" y="2800"/>
                  </a:cubicBezTo>
                  <a:cubicBezTo>
                    <a:pt x="2214" y="2800"/>
                    <a:pt x="2732" y="2723"/>
                    <a:pt x="2830" y="2580"/>
                  </a:cubicBezTo>
                  <a:cubicBezTo>
                    <a:pt x="3005" y="2307"/>
                    <a:pt x="2753" y="1935"/>
                    <a:pt x="2590" y="1816"/>
                  </a:cubicBezTo>
                  <a:cubicBezTo>
                    <a:pt x="2141" y="1510"/>
                    <a:pt x="2141" y="1389"/>
                    <a:pt x="2109" y="952"/>
                  </a:cubicBezTo>
                  <a:cubicBezTo>
                    <a:pt x="2077" y="542"/>
                    <a:pt x="2137" y="0"/>
                    <a:pt x="1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65"/>
            <p:cNvSpPr/>
            <p:nvPr/>
          </p:nvSpPr>
          <p:spPr>
            <a:xfrm>
              <a:off x="2045575" y="1084925"/>
              <a:ext cx="68575" cy="19175"/>
            </a:xfrm>
            <a:custGeom>
              <a:avLst/>
              <a:gdLst/>
              <a:ahLst/>
              <a:cxnLst/>
              <a:rect l="l" t="t" r="r" b="b"/>
              <a:pathLst>
                <a:path w="2743" h="767" extrusionOk="0">
                  <a:moveTo>
                    <a:pt x="121" y="0"/>
                  </a:moveTo>
                  <a:cubicBezTo>
                    <a:pt x="44" y="218"/>
                    <a:pt x="0" y="382"/>
                    <a:pt x="318" y="568"/>
                  </a:cubicBezTo>
                  <a:cubicBezTo>
                    <a:pt x="536" y="703"/>
                    <a:pt x="1038" y="766"/>
                    <a:pt x="1524" y="766"/>
                  </a:cubicBezTo>
                  <a:cubicBezTo>
                    <a:pt x="2061" y="766"/>
                    <a:pt x="2579" y="689"/>
                    <a:pt x="2677" y="546"/>
                  </a:cubicBezTo>
                  <a:cubicBezTo>
                    <a:pt x="2731" y="447"/>
                    <a:pt x="2742" y="338"/>
                    <a:pt x="2721" y="229"/>
                  </a:cubicBezTo>
                  <a:lnTo>
                    <a:pt x="2721" y="229"/>
                  </a:lnTo>
                  <a:cubicBezTo>
                    <a:pt x="2606" y="289"/>
                    <a:pt x="2222" y="446"/>
                    <a:pt x="1682" y="446"/>
                  </a:cubicBezTo>
                  <a:cubicBezTo>
                    <a:pt x="1244" y="446"/>
                    <a:pt x="703" y="343"/>
                    <a:pt x="1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5"/>
            <p:cNvSpPr/>
            <p:nvPr/>
          </p:nvSpPr>
          <p:spPr>
            <a:xfrm>
              <a:off x="1904125" y="617825"/>
              <a:ext cx="213850" cy="184700"/>
            </a:xfrm>
            <a:custGeom>
              <a:avLst/>
              <a:gdLst/>
              <a:ahLst/>
              <a:cxnLst/>
              <a:rect l="l" t="t" r="r" b="b"/>
              <a:pathLst>
                <a:path w="8554" h="7388" extrusionOk="0">
                  <a:moveTo>
                    <a:pt x="3400" y="1"/>
                  </a:moveTo>
                  <a:cubicBezTo>
                    <a:pt x="3057" y="1"/>
                    <a:pt x="2955" y="136"/>
                    <a:pt x="2906" y="509"/>
                  </a:cubicBezTo>
                  <a:cubicBezTo>
                    <a:pt x="2862" y="967"/>
                    <a:pt x="2600" y="1218"/>
                    <a:pt x="2251" y="1535"/>
                  </a:cubicBezTo>
                  <a:cubicBezTo>
                    <a:pt x="1639" y="2060"/>
                    <a:pt x="1060" y="2628"/>
                    <a:pt x="547" y="3250"/>
                  </a:cubicBezTo>
                  <a:cubicBezTo>
                    <a:pt x="372" y="3458"/>
                    <a:pt x="187" y="3665"/>
                    <a:pt x="0" y="3883"/>
                  </a:cubicBezTo>
                  <a:cubicBezTo>
                    <a:pt x="31" y="3848"/>
                    <a:pt x="82" y="3833"/>
                    <a:pt x="146" y="3833"/>
                  </a:cubicBezTo>
                  <a:cubicBezTo>
                    <a:pt x="524" y="3833"/>
                    <a:pt x="1380" y="4351"/>
                    <a:pt x="1530" y="4463"/>
                  </a:cubicBezTo>
                  <a:cubicBezTo>
                    <a:pt x="1967" y="4801"/>
                    <a:pt x="2240" y="5216"/>
                    <a:pt x="2284" y="5773"/>
                  </a:cubicBezTo>
                  <a:cubicBezTo>
                    <a:pt x="2284" y="5740"/>
                    <a:pt x="2480" y="5653"/>
                    <a:pt x="2513" y="5642"/>
                  </a:cubicBezTo>
                  <a:cubicBezTo>
                    <a:pt x="2655" y="5577"/>
                    <a:pt x="2797" y="5500"/>
                    <a:pt x="2928" y="5434"/>
                  </a:cubicBezTo>
                  <a:cubicBezTo>
                    <a:pt x="3660" y="5063"/>
                    <a:pt x="4326" y="4528"/>
                    <a:pt x="4905" y="3971"/>
                  </a:cubicBezTo>
                  <a:cubicBezTo>
                    <a:pt x="4937" y="3941"/>
                    <a:pt x="4967" y="3928"/>
                    <a:pt x="4996" y="3928"/>
                  </a:cubicBezTo>
                  <a:cubicBezTo>
                    <a:pt x="5124" y="3928"/>
                    <a:pt x="5215" y="4179"/>
                    <a:pt x="5233" y="4233"/>
                  </a:cubicBezTo>
                  <a:cubicBezTo>
                    <a:pt x="5298" y="4495"/>
                    <a:pt x="5222" y="4878"/>
                    <a:pt x="5233" y="5150"/>
                  </a:cubicBezTo>
                  <a:cubicBezTo>
                    <a:pt x="5265" y="5795"/>
                    <a:pt x="5364" y="6439"/>
                    <a:pt x="5386" y="7084"/>
                  </a:cubicBezTo>
                  <a:cubicBezTo>
                    <a:pt x="5386" y="7128"/>
                    <a:pt x="5386" y="7171"/>
                    <a:pt x="5418" y="7193"/>
                  </a:cubicBezTo>
                  <a:cubicBezTo>
                    <a:pt x="5440" y="7215"/>
                    <a:pt x="5473" y="7215"/>
                    <a:pt x="5506" y="7215"/>
                  </a:cubicBezTo>
                  <a:cubicBezTo>
                    <a:pt x="6023" y="7215"/>
                    <a:pt x="6509" y="7387"/>
                    <a:pt x="7024" y="7387"/>
                  </a:cubicBezTo>
                  <a:cubicBezTo>
                    <a:pt x="7118" y="7387"/>
                    <a:pt x="7212" y="7381"/>
                    <a:pt x="7308" y="7368"/>
                  </a:cubicBezTo>
                  <a:cubicBezTo>
                    <a:pt x="7461" y="7357"/>
                    <a:pt x="8379" y="7182"/>
                    <a:pt x="8400" y="7007"/>
                  </a:cubicBezTo>
                  <a:cubicBezTo>
                    <a:pt x="8553" y="5806"/>
                    <a:pt x="8411" y="4604"/>
                    <a:pt x="8444" y="3392"/>
                  </a:cubicBezTo>
                  <a:cubicBezTo>
                    <a:pt x="8455" y="2900"/>
                    <a:pt x="8466" y="2409"/>
                    <a:pt x="8498" y="1917"/>
                  </a:cubicBezTo>
                  <a:cubicBezTo>
                    <a:pt x="8553" y="1317"/>
                    <a:pt x="8335" y="727"/>
                    <a:pt x="8455" y="126"/>
                  </a:cubicBezTo>
                  <a:lnTo>
                    <a:pt x="8455" y="126"/>
                  </a:lnTo>
                  <a:cubicBezTo>
                    <a:pt x="8313" y="219"/>
                    <a:pt x="8108" y="247"/>
                    <a:pt x="7888" y="247"/>
                  </a:cubicBezTo>
                  <a:cubicBezTo>
                    <a:pt x="7568" y="247"/>
                    <a:pt x="7218" y="187"/>
                    <a:pt x="6991" y="181"/>
                  </a:cubicBezTo>
                  <a:cubicBezTo>
                    <a:pt x="6598" y="159"/>
                    <a:pt x="6205" y="126"/>
                    <a:pt x="5811" y="115"/>
                  </a:cubicBezTo>
                  <a:cubicBezTo>
                    <a:pt x="5178" y="93"/>
                    <a:pt x="4544" y="60"/>
                    <a:pt x="3911" y="50"/>
                  </a:cubicBezTo>
                  <a:cubicBezTo>
                    <a:pt x="3791" y="38"/>
                    <a:pt x="3660" y="28"/>
                    <a:pt x="3529" y="6"/>
                  </a:cubicBezTo>
                  <a:cubicBezTo>
                    <a:pt x="3483" y="3"/>
                    <a:pt x="3440" y="1"/>
                    <a:pt x="3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5"/>
            <p:cNvSpPr/>
            <p:nvPr/>
          </p:nvSpPr>
          <p:spPr>
            <a:xfrm>
              <a:off x="1858525" y="329325"/>
              <a:ext cx="104350" cy="144725"/>
            </a:xfrm>
            <a:custGeom>
              <a:avLst/>
              <a:gdLst/>
              <a:ahLst/>
              <a:cxnLst/>
              <a:rect l="l" t="t" r="r" b="b"/>
              <a:pathLst>
                <a:path w="4174" h="5789" extrusionOk="0">
                  <a:moveTo>
                    <a:pt x="460" y="0"/>
                  </a:moveTo>
                  <a:cubicBezTo>
                    <a:pt x="460" y="12"/>
                    <a:pt x="404" y="558"/>
                    <a:pt x="404" y="558"/>
                  </a:cubicBezTo>
                  <a:cubicBezTo>
                    <a:pt x="404" y="558"/>
                    <a:pt x="1" y="3376"/>
                    <a:pt x="732" y="4839"/>
                  </a:cubicBezTo>
                  <a:cubicBezTo>
                    <a:pt x="1137" y="5655"/>
                    <a:pt x="2412" y="5788"/>
                    <a:pt x="3202" y="5788"/>
                  </a:cubicBezTo>
                  <a:cubicBezTo>
                    <a:pt x="3586" y="5788"/>
                    <a:pt x="3856" y="5757"/>
                    <a:pt x="3856" y="5757"/>
                  </a:cubicBezTo>
                  <a:lnTo>
                    <a:pt x="4173" y="4020"/>
                  </a:lnTo>
                  <a:cubicBezTo>
                    <a:pt x="4173" y="4020"/>
                    <a:pt x="3159" y="3620"/>
                    <a:pt x="2342" y="3620"/>
                  </a:cubicBezTo>
                  <a:cubicBezTo>
                    <a:pt x="2185" y="3620"/>
                    <a:pt x="2035" y="3635"/>
                    <a:pt x="1901" y="3670"/>
                  </a:cubicBezTo>
                  <a:cubicBezTo>
                    <a:pt x="1901" y="3670"/>
                    <a:pt x="1705" y="2250"/>
                    <a:pt x="1246" y="219"/>
                  </a:cubicBezTo>
                  <a:cubicBezTo>
                    <a:pt x="962" y="219"/>
                    <a:pt x="688" y="153"/>
                    <a:pt x="460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65"/>
            <p:cNvSpPr/>
            <p:nvPr/>
          </p:nvSpPr>
          <p:spPr>
            <a:xfrm>
              <a:off x="1929250" y="406175"/>
              <a:ext cx="255900" cy="109350"/>
            </a:xfrm>
            <a:custGeom>
              <a:avLst/>
              <a:gdLst/>
              <a:ahLst/>
              <a:cxnLst/>
              <a:rect l="l" t="t" r="r" b="b"/>
              <a:pathLst>
                <a:path w="10236" h="4374" extrusionOk="0">
                  <a:moveTo>
                    <a:pt x="4497" y="1"/>
                  </a:moveTo>
                  <a:cubicBezTo>
                    <a:pt x="4396" y="1"/>
                    <a:pt x="4296" y="3"/>
                    <a:pt x="4195" y="6"/>
                  </a:cubicBezTo>
                  <a:cubicBezTo>
                    <a:pt x="3845" y="6"/>
                    <a:pt x="3485" y="28"/>
                    <a:pt x="3124" y="61"/>
                  </a:cubicBezTo>
                  <a:cubicBezTo>
                    <a:pt x="2949" y="72"/>
                    <a:pt x="2764" y="94"/>
                    <a:pt x="2578" y="116"/>
                  </a:cubicBezTo>
                  <a:cubicBezTo>
                    <a:pt x="2513" y="127"/>
                    <a:pt x="2447" y="116"/>
                    <a:pt x="2371" y="138"/>
                  </a:cubicBezTo>
                  <a:cubicBezTo>
                    <a:pt x="2294" y="159"/>
                    <a:pt x="2207" y="181"/>
                    <a:pt x="2119" y="214"/>
                  </a:cubicBezTo>
                  <a:cubicBezTo>
                    <a:pt x="2010" y="236"/>
                    <a:pt x="1901" y="269"/>
                    <a:pt x="1792" y="280"/>
                  </a:cubicBezTo>
                  <a:cubicBezTo>
                    <a:pt x="1682" y="290"/>
                    <a:pt x="1573" y="302"/>
                    <a:pt x="1475" y="302"/>
                  </a:cubicBezTo>
                  <a:cubicBezTo>
                    <a:pt x="1213" y="302"/>
                    <a:pt x="951" y="324"/>
                    <a:pt x="699" y="367"/>
                  </a:cubicBezTo>
                  <a:cubicBezTo>
                    <a:pt x="568" y="389"/>
                    <a:pt x="449" y="422"/>
                    <a:pt x="328" y="455"/>
                  </a:cubicBezTo>
                  <a:cubicBezTo>
                    <a:pt x="306" y="465"/>
                    <a:pt x="0" y="574"/>
                    <a:pt x="12" y="586"/>
                  </a:cubicBezTo>
                  <a:cubicBezTo>
                    <a:pt x="55" y="651"/>
                    <a:pt x="186" y="717"/>
                    <a:pt x="219" y="771"/>
                  </a:cubicBezTo>
                  <a:cubicBezTo>
                    <a:pt x="449" y="1164"/>
                    <a:pt x="623" y="1601"/>
                    <a:pt x="699" y="2049"/>
                  </a:cubicBezTo>
                  <a:cubicBezTo>
                    <a:pt x="721" y="2159"/>
                    <a:pt x="733" y="2278"/>
                    <a:pt x="743" y="2399"/>
                  </a:cubicBezTo>
                  <a:cubicBezTo>
                    <a:pt x="743" y="2475"/>
                    <a:pt x="699" y="2584"/>
                    <a:pt x="743" y="2650"/>
                  </a:cubicBezTo>
                  <a:cubicBezTo>
                    <a:pt x="798" y="2727"/>
                    <a:pt x="1082" y="2770"/>
                    <a:pt x="1170" y="2803"/>
                  </a:cubicBezTo>
                  <a:cubicBezTo>
                    <a:pt x="1246" y="2825"/>
                    <a:pt x="1311" y="2858"/>
                    <a:pt x="1377" y="2890"/>
                  </a:cubicBezTo>
                  <a:cubicBezTo>
                    <a:pt x="1573" y="2989"/>
                    <a:pt x="1682" y="3065"/>
                    <a:pt x="1704" y="3283"/>
                  </a:cubicBezTo>
                  <a:cubicBezTo>
                    <a:pt x="1748" y="3644"/>
                    <a:pt x="1912" y="3808"/>
                    <a:pt x="2229" y="3950"/>
                  </a:cubicBezTo>
                  <a:cubicBezTo>
                    <a:pt x="2742" y="4168"/>
                    <a:pt x="3299" y="4234"/>
                    <a:pt x="3857" y="4288"/>
                  </a:cubicBezTo>
                  <a:cubicBezTo>
                    <a:pt x="4228" y="4331"/>
                    <a:pt x="4605" y="4374"/>
                    <a:pt x="4980" y="4374"/>
                  </a:cubicBezTo>
                  <a:cubicBezTo>
                    <a:pt x="5177" y="4374"/>
                    <a:pt x="5375" y="4362"/>
                    <a:pt x="5571" y="4332"/>
                  </a:cubicBezTo>
                  <a:cubicBezTo>
                    <a:pt x="6073" y="4256"/>
                    <a:pt x="6663" y="4147"/>
                    <a:pt x="7100" y="3884"/>
                  </a:cubicBezTo>
                  <a:cubicBezTo>
                    <a:pt x="7144" y="3851"/>
                    <a:pt x="7199" y="3829"/>
                    <a:pt x="7243" y="3786"/>
                  </a:cubicBezTo>
                  <a:cubicBezTo>
                    <a:pt x="7286" y="3732"/>
                    <a:pt x="7308" y="3677"/>
                    <a:pt x="7340" y="3611"/>
                  </a:cubicBezTo>
                  <a:cubicBezTo>
                    <a:pt x="7439" y="3404"/>
                    <a:pt x="7559" y="2912"/>
                    <a:pt x="7789" y="2814"/>
                  </a:cubicBezTo>
                  <a:cubicBezTo>
                    <a:pt x="7843" y="2792"/>
                    <a:pt x="8531" y="2792"/>
                    <a:pt x="8520" y="2770"/>
                  </a:cubicBezTo>
                  <a:cubicBezTo>
                    <a:pt x="8476" y="2672"/>
                    <a:pt x="8586" y="2639"/>
                    <a:pt x="8663" y="2617"/>
                  </a:cubicBezTo>
                  <a:cubicBezTo>
                    <a:pt x="9481" y="2399"/>
                    <a:pt x="10126" y="1656"/>
                    <a:pt x="10224" y="815"/>
                  </a:cubicBezTo>
                  <a:cubicBezTo>
                    <a:pt x="10235" y="749"/>
                    <a:pt x="10235" y="673"/>
                    <a:pt x="10192" y="629"/>
                  </a:cubicBezTo>
                  <a:cubicBezTo>
                    <a:pt x="10170" y="596"/>
                    <a:pt x="10137" y="586"/>
                    <a:pt x="10104" y="574"/>
                  </a:cubicBezTo>
                  <a:cubicBezTo>
                    <a:pt x="9638" y="380"/>
                    <a:pt x="9137" y="282"/>
                    <a:pt x="8638" y="282"/>
                  </a:cubicBezTo>
                  <a:cubicBezTo>
                    <a:pt x="8352" y="282"/>
                    <a:pt x="8067" y="314"/>
                    <a:pt x="7789" y="378"/>
                  </a:cubicBezTo>
                  <a:cubicBezTo>
                    <a:pt x="7756" y="386"/>
                    <a:pt x="7727" y="388"/>
                    <a:pt x="7698" y="388"/>
                  </a:cubicBezTo>
                  <a:cubicBezTo>
                    <a:pt x="7668" y="388"/>
                    <a:pt x="7638" y="386"/>
                    <a:pt x="7607" y="386"/>
                  </a:cubicBezTo>
                  <a:cubicBezTo>
                    <a:pt x="7588" y="386"/>
                    <a:pt x="7569" y="387"/>
                    <a:pt x="7548" y="389"/>
                  </a:cubicBezTo>
                  <a:cubicBezTo>
                    <a:pt x="7537" y="391"/>
                    <a:pt x="7525" y="392"/>
                    <a:pt x="7512" y="392"/>
                  </a:cubicBezTo>
                  <a:cubicBezTo>
                    <a:pt x="7456" y="392"/>
                    <a:pt x="7394" y="374"/>
                    <a:pt x="7340" y="356"/>
                  </a:cubicBezTo>
                  <a:cubicBezTo>
                    <a:pt x="6871" y="214"/>
                    <a:pt x="6401" y="171"/>
                    <a:pt x="5920" y="105"/>
                  </a:cubicBezTo>
                  <a:cubicBezTo>
                    <a:pt x="5451" y="42"/>
                    <a:pt x="4975" y="1"/>
                    <a:pt x="4497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65"/>
            <p:cNvSpPr/>
            <p:nvPr/>
          </p:nvSpPr>
          <p:spPr>
            <a:xfrm>
              <a:off x="1974325" y="406725"/>
              <a:ext cx="141175" cy="224625"/>
            </a:xfrm>
            <a:custGeom>
              <a:avLst/>
              <a:gdLst/>
              <a:ahLst/>
              <a:cxnLst/>
              <a:rect l="l" t="t" r="r" b="b"/>
              <a:pathLst>
                <a:path w="5647" h="8985" extrusionOk="0">
                  <a:moveTo>
                    <a:pt x="5636" y="3371"/>
                  </a:moveTo>
                  <a:cubicBezTo>
                    <a:pt x="5636" y="3371"/>
                    <a:pt x="5636" y="3371"/>
                    <a:pt x="5636" y="3371"/>
                  </a:cubicBezTo>
                  <a:lnTo>
                    <a:pt x="5636" y="3371"/>
                  </a:lnTo>
                  <a:cubicBezTo>
                    <a:pt x="5636" y="3371"/>
                    <a:pt x="5636" y="3371"/>
                    <a:pt x="5636" y="3371"/>
                  </a:cubicBezTo>
                  <a:close/>
                  <a:moveTo>
                    <a:pt x="1291" y="1"/>
                  </a:moveTo>
                  <a:cubicBezTo>
                    <a:pt x="1277" y="1"/>
                    <a:pt x="1259" y="3"/>
                    <a:pt x="1234" y="6"/>
                  </a:cubicBezTo>
                  <a:cubicBezTo>
                    <a:pt x="1180" y="6"/>
                    <a:pt x="1136" y="6"/>
                    <a:pt x="1081" y="28"/>
                  </a:cubicBezTo>
                  <a:cubicBezTo>
                    <a:pt x="1059" y="28"/>
                    <a:pt x="1037" y="39"/>
                    <a:pt x="1015" y="50"/>
                  </a:cubicBezTo>
                  <a:cubicBezTo>
                    <a:pt x="972" y="61"/>
                    <a:pt x="918" y="61"/>
                    <a:pt x="874" y="61"/>
                  </a:cubicBezTo>
                  <a:cubicBezTo>
                    <a:pt x="896" y="236"/>
                    <a:pt x="884" y="411"/>
                    <a:pt x="874" y="596"/>
                  </a:cubicBezTo>
                  <a:cubicBezTo>
                    <a:pt x="852" y="1557"/>
                    <a:pt x="655" y="2584"/>
                    <a:pt x="153" y="3414"/>
                  </a:cubicBezTo>
                  <a:cubicBezTo>
                    <a:pt x="109" y="3491"/>
                    <a:pt x="54" y="3567"/>
                    <a:pt x="32" y="3655"/>
                  </a:cubicBezTo>
                  <a:cubicBezTo>
                    <a:pt x="0" y="3764"/>
                    <a:pt x="207" y="4212"/>
                    <a:pt x="153" y="4278"/>
                  </a:cubicBezTo>
                  <a:cubicBezTo>
                    <a:pt x="207" y="4583"/>
                    <a:pt x="251" y="4889"/>
                    <a:pt x="284" y="5195"/>
                  </a:cubicBezTo>
                  <a:cubicBezTo>
                    <a:pt x="306" y="5370"/>
                    <a:pt x="338" y="5555"/>
                    <a:pt x="350" y="5741"/>
                  </a:cubicBezTo>
                  <a:cubicBezTo>
                    <a:pt x="360" y="5905"/>
                    <a:pt x="393" y="6069"/>
                    <a:pt x="350" y="6232"/>
                  </a:cubicBezTo>
                  <a:cubicBezTo>
                    <a:pt x="306" y="6385"/>
                    <a:pt x="207" y="6528"/>
                    <a:pt x="240" y="6681"/>
                  </a:cubicBezTo>
                  <a:cubicBezTo>
                    <a:pt x="251" y="6746"/>
                    <a:pt x="284" y="6800"/>
                    <a:pt x="316" y="6866"/>
                  </a:cubicBezTo>
                  <a:cubicBezTo>
                    <a:pt x="447" y="7128"/>
                    <a:pt x="426" y="7368"/>
                    <a:pt x="393" y="7642"/>
                  </a:cubicBezTo>
                  <a:cubicBezTo>
                    <a:pt x="360" y="7969"/>
                    <a:pt x="284" y="8308"/>
                    <a:pt x="262" y="8635"/>
                  </a:cubicBezTo>
                  <a:cubicBezTo>
                    <a:pt x="808" y="8734"/>
                    <a:pt x="1354" y="8832"/>
                    <a:pt x="1901" y="8919"/>
                  </a:cubicBezTo>
                  <a:cubicBezTo>
                    <a:pt x="2151" y="8953"/>
                    <a:pt x="2414" y="8985"/>
                    <a:pt x="2665" y="8985"/>
                  </a:cubicBezTo>
                  <a:cubicBezTo>
                    <a:pt x="3236" y="8975"/>
                    <a:pt x="3787" y="8774"/>
                    <a:pt x="4355" y="8774"/>
                  </a:cubicBezTo>
                  <a:cubicBezTo>
                    <a:pt x="4396" y="8774"/>
                    <a:pt x="4437" y="8776"/>
                    <a:pt x="4478" y="8778"/>
                  </a:cubicBezTo>
                  <a:cubicBezTo>
                    <a:pt x="4664" y="8788"/>
                    <a:pt x="4850" y="8832"/>
                    <a:pt x="5046" y="8832"/>
                  </a:cubicBezTo>
                  <a:cubicBezTo>
                    <a:pt x="5232" y="8832"/>
                    <a:pt x="5428" y="8800"/>
                    <a:pt x="5581" y="8679"/>
                  </a:cubicBezTo>
                  <a:cubicBezTo>
                    <a:pt x="5614" y="8647"/>
                    <a:pt x="5647" y="8603"/>
                    <a:pt x="5647" y="8548"/>
                  </a:cubicBezTo>
                  <a:cubicBezTo>
                    <a:pt x="5647" y="8516"/>
                    <a:pt x="5636" y="8482"/>
                    <a:pt x="5614" y="8450"/>
                  </a:cubicBezTo>
                  <a:cubicBezTo>
                    <a:pt x="5505" y="8264"/>
                    <a:pt x="5461" y="8035"/>
                    <a:pt x="5472" y="7817"/>
                  </a:cubicBezTo>
                  <a:cubicBezTo>
                    <a:pt x="5494" y="7598"/>
                    <a:pt x="5581" y="7358"/>
                    <a:pt x="5472" y="7150"/>
                  </a:cubicBezTo>
                  <a:cubicBezTo>
                    <a:pt x="5450" y="7096"/>
                    <a:pt x="5406" y="7052"/>
                    <a:pt x="5363" y="6997"/>
                  </a:cubicBezTo>
                  <a:cubicBezTo>
                    <a:pt x="5330" y="6953"/>
                    <a:pt x="5309" y="6910"/>
                    <a:pt x="5287" y="6866"/>
                  </a:cubicBezTo>
                  <a:cubicBezTo>
                    <a:pt x="5221" y="6659"/>
                    <a:pt x="5374" y="6462"/>
                    <a:pt x="5428" y="6265"/>
                  </a:cubicBezTo>
                  <a:cubicBezTo>
                    <a:pt x="5516" y="5960"/>
                    <a:pt x="5385" y="5642"/>
                    <a:pt x="5352" y="5337"/>
                  </a:cubicBezTo>
                  <a:cubicBezTo>
                    <a:pt x="5287" y="4693"/>
                    <a:pt x="5428" y="3983"/>
                    <a:pt x="5636" y="3371"/>
                  </a:cubicBezTo>
                  <a:lnTo>
                    <a:pt x="5636" y="3371"/>
                  </a:lnTo>
                  <a:cubicBezTo>
                    <a:pt x="5626" y="3400"/>
                    <a:pt x="5601" y="3413"/>
                    <a:pt x="5568" y="3413"/>
                  </a:cubicBezTo>
                  <a:cubicBezTo>
                    <a:pt x="5414" y="3413"/>
                    <a:pt x="5073" y="3158"/>
                    <a:pt x="5046" y="3087"/>
                  </a:cubicBezTo>
                  <a:cubicBezTo>
                    <a:pt x="4959" y="2923"/>
                    <a:pt x="4959" y="2671"/>
                    <a:pt x="4904" y="2497"/>
                  </a:cubicBezTo>
                  <a:cubicBezTo>
                    <a:pt x="4719" y="1896"/>
                    <a:pt x="4631" y="1273"/>
                    <a:pt x="4588" y="640"/>
                  </a:cubicBezTo>
                  <a:cubicBezTo>
                    <a:pt x="4566" y="465"/>
                    <a:pt x="4522" y="280"/>
                    <a:pt x="4544" y="105"/>
                  </a:cubicBezTo>
                  <a:cubicBezTo>
                    <a:pt x="4478" y="61"/>
                    <a:pt x="4380" y="72"/>
                    <a:pt x="4304" y="61"/>
                  </a:cubicBezTo>
                  <a:cubicBezTo>
                    <a:pt x="4205" y="61"/>
                    <a:pt x="4107" y="50"/>
                    <a:pt x="4008" y="39"/>
                  </a:cubicBezTo>
                  <a:cubicBezTo>
                    <a:pt x="3956" y="39"/>
                    <a:pt x="3883" y="12"/>
                    <a:pt x="3827" y="12"/>
                  </a:cubicBezTo>
                  <a:cubicBezTo>
                    <a:pt x="3814" y="12"/>
                    <a:pt x="3801" y="13"/>
                    <a:pt x="3790" y="18"/>
                  </a:cubicBezTo>
                  <a:cubicBezTo>
                    <a:pt x="3724" y="39"/>
                    <a:pt x="3692" y="149"/>
                    <a:pt x="3659" y="203"/>
                  </a:cubicBezTo>
                  <a:cubicBezTo>
                    <a:pt x="3615" y="268"/>
                    <a:pt x="3561" y="323"/>
                    <a:pt x="3506" y="378"/>
                  </a:cubicBezTo>
                  <a:cubicBezTo>
                    <a:pt x="3287" y="607"/>
                    <a:pt x="2982" y="760"/>
                    <a:pt x="2665" y="793"/>
                  </a:cubicBezTo>
                  <a:cubicBezTo>
                    <a:pt x="2625" y="797"/>
                    <a:pt x="2584" y="799"/>
                    <a:pt x="2543" y="799"/>
                  </a:cubicBezTo>
                  <a:cubicBezTo>
                    <a:pt x="2145" y="799"/>
                    <a:pt x="1743" y="608"/>
                    <a:pt x="1486" y="302"/>
                  </a:cubicBezTo>
                  <a:cubicBezTo>
                    <a:pt x="1420" y="214"/>
                    <a:pt x="1398" y="127"/>
                    <a:pt x="1354" y="39"/>
                  </a:cubicBezTo>
                  <a:cubicBezTo>
                    <a:pt x="1332" y="10"/>
                    <a:pt x="1320" y="1"/>
                    <a:pt x="1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65"/>
            <p:cNvSpPr/>
            <p:nvPr/>
          </p:nvSpPr>
          <p:spPr>
            <a:xfrm>
              <a:off x="2008425" y="367375"/>
              <a:ext cx="60100" cy="57450"/>
            </a:xfrm>
            <a:custGeom>
              <a:avLst/>
              <a:gdLst/>
              <a:ahLst/>
              <a:cxnLst/>
              <a:rect l="l" t="t" r="r" b="b"/>
              <a:pathLst>
                <a:path w="2404" h="2298" extrusionOk="0">
                  <a:moveTo>
                    <a:pt x="1437" y="0"/>
                  </a:moveTo>
                  <a:cubicBezTo>
                    <a:pt x="1378" y="0"/>
                    <a:pt x="1317" y="9"/>
                    <a:pt x="1257" y="29"/>
                  </a:cubicBezTo>
                  <a:lnTo>
                    <a:pt x="886" y="160"/>
                  </a:lnTo>
                  <a:cubicBezTo>
                    <a:pt x="700" y="237"/>
                    <a:pt x="569" y="401"/>
                    <a:pt x="558" y="597"/>
                  </a:cubicBezTo>
                  <a:lnTo>
                    <a:pt x="547" y="597"/>
                  </a:lnTo>
                  <a:cubicBezTo>
                    <a:pt x="547" y="674"/>
                    <a:pt x="547" y="740"/>
                    <a:pt x="537" y="805"/>
                  </a:cubicBezTo>
                  <a:lnTo>
                    <a:pt x="537" y="990"/>
                  </a:lnTo>
                  <a:cubicBezTo>
                    <a:pt x="537" y="1100"/>
                    <a:pt x="515" y="1198"/>
                    <a:pt x="482" y="1308"/>
                  </a:cubicBezTo>
                  <a:cubicBezTo>
                    <a:pt x="460" y="1395"/>
                    <a:pt x="406" y="1471"/>
                    <a:pt x="329" y="1526"/>
                  </a:cubicBezTo>
                  <a:cubicBezTo>
                    <a:pt x="253" y="1592"/>
                    <a:pt x="198" y="1602"/>
                    <a:pt x="100" y="1624"/>
                  </a:cubicBezTo>
                  <a:lnTo>
                    <a:pt x="1" y="1646"/>
                  </a:lnTo>
                  <a:cubicBezTo>
                    <a:pt x="132" y="1941"/>
                    <a:pt x="471" y="2225"/>
                    <a:pt x="787" y="2269"/>
                  </a:cubicBezTo>
                  <a:cubicBezTo>
                    <a:pt x="918" y="2289"/>
                    <a:pt x="1039" y="2298"/>
                    <a:pt x="1151" y="2298"/>
                  </a:cubicBezTo>
                  <a:cubicBezTo>
                    <a:pt x="1951" y="2298"/>
                    <a:pt x="2270" y="1834"/>
                    <a:pt x="2404" y="1613"/>
                  </a:cubicBezTo>
                  <a:cubicBezTo>
                    <a:pt x="2382" y="1602"/>
                    <a:pt x="2350" y="1592"/>
                    <a:pt x="2328" y="1592"/>
                  </a:cubicBezTo>
                  <a:cubicBezTo>
                    <a:pt x="2131" y="1526"/>
                    <a:pt x="2044" y="1198"/>
                    <a:pt x="2022" y="969"/>
                  </a:cubicBezTo>
                  <a:cubicBezTo>
                    <a:pt x="2011" y="859"/>
                    <a:pt x="2000" y="718"/>
                    <a:pt x="2000" y="554"/>
                  </a:cubicBezTo>
                  <a:cubicBezTo>
                    <a:pt x="2000" y="235"/>
                    <a:pt x="1734" y="0"/>
                    <a:pt x="1437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65"/>
            <p:cNvSpPr/>
            <p:nvPr/>
          </p:nvSpPr>
          <p:spPr>
            <a:xfrm>
              <a:off x="1994525" y="307750"/>
              <a:ext cx="91225" cy="80975"/>
            </a:xfrm>
            <a:custGeom>
              <a:avLst/>
              <a:gdLst/>
              <a:ahLst/>
              <a:cxnLst/>
              <a:rect l="l" t="t" r="r" b="b"/>
              <a:pathLst>
                <a:path w="3649" h="3239" extrusionOk="0">
                  <a:moveTo>
                    <a:pt x="2488" y="0"/>
                  </a:moveTo>
                  <a:cubicBezTo>
                    <a:pt x="2481" y="0"/>
                    <a:pt x="2475" y="1"/>
                    <a:pt x="2469" y="1"/>
                  </a:cubicBezTo>
                  <a:lnTo>
                    <a:pt x="928" y="55"/>
                  </a:lnTo>
                  <a:cubicBezTo>
                    <a:pt x="699" y="55"/>
                    <a:pt x="525" y="263"/>
                    <a:pt x="535" y="492"/>
                  </a:cubicBezTo>
                  <a:lnTo>
                    <a:pt x="601" y="1333"/>
                  </a:lnTo>
                  <a:cubicBezTo>
                    <a:pt x="601" y="1333"/>
                    <a:pt x="457" y="1189"/>
                    <a:pt x="320" y="1189"/>
                  </a:cubicBezTo>
                  <a:cubicBezTo>
                    <a:pt x="247" y="1189"/>
                    <a:pt x="177" y="1230"/>
                    <a:pt x="131" y="1355"/>
                  </a:cubicBezTo>
                  <a:cubicBezTo>
                    <a:pt x="0" y="1727"/>
                    <a:pt x="306" y="2043"/>
                    <a:pt x="546" y="2065"/>
                  </a:cubicBezTo>
                  <a:cubicBezTo>
                    <a:pt x="546" y="2065"/>
                    <a:pt x="928" y="3179"/>
                    <a:pt x="1671" y="3234"/>
                  </a:cubicBezTo>
                  <a:cubicBezTo>
                    <a:pt x="1714" y="3236"/>
                    <a:pt x="1758" y="3238"/>
                    <a:pt x="1803" y="3238"/>
                  </a:cubicBezTo>
                  <a:cubicBezTo>
                    <a:pt x="2165" y="3238"/>
                    <a:pt x="2571" y="3115"/>
                    <a:pt x="2960" y="2152"/>
                  </a:cubicBezTo>
                  <a:cubicBezTo>
                    <a:pt x="3190" y="2087"/>
                    <a:pt x="3649" y="1683"/>
                    <a:pt x="3353" y="1333"/>
                  </a:cubicBezTo>
                  <a:cubicBezTo>
                    <a:pt x="3309" y="1278"/>
                    <a:pt x="3244" y="1246"/>
                    <a:pt x="3178" y="1246"/>
                  </a:cubicBezTo>
                  <a:cubicBezTo>
                    <a:pt x="3124" y="1256"/>
                    <a:pt x="3069" y="1278"/>
                    <a:pt x="3025" y="1355"/>
                  </a:cubicBezTo>
                  <a:cubicBezTo>
                    <a:pt x="3015" y="1147"/>
                    <a:pt x="3037" y="907"/>
                    <a:pt x="3069" y="678"/>
                  </a:cubicBezTo>
                  <a:cubicBezTo>
                    <a:pt x="3123" y="323"/>
                    <a:pt x="2850" y="0"/>
                    <a:pt x="2488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65"/>
            <p:cNvSpPr/>
            <p:nvPr/>
          </p:nvSpPr>
          <p:spPr>
            <a:xfrm>
              <a:off x="2002175" y="279875"/>
              <a:ext cx="76200" cy="63400"/>
            </a:xfrm>
            <a:custGeom>
              <a:avLst/>
              <a:gdLst/>
              <a:ahLst/>
              <a:cxnLst/>
              <a:rect l="l" t="t" r="r" b="b"/>
              <a:pathLst>
                <a:path w="3048" h="2536" extrusionOk="0">
                  <a:moveTo>
                    <a:pt x="1910" y="1"/>
                  </a:moveTo>
                  <a:cubicBezTo>
                    <a:pt x="1874" y="1"/>
                    <a:pt x="1838" y="4"/>
                    <a:pt x="1802" y="12"/>
                  </a:cubicBezTo>
                  <a:cubicBezTo>
                    <a:pt x="1693" y="34"/>
                    <a:pt x="1584" y="89"/>
                    <a:pt x="1486" y="143"/>
                  </a:cubicBezTo>
                  <a:cubicBezTo>
                    <a:pt x="1442" y="165"/>
                    <a:pt x="1409" y="187"/>
                    <a:pt x="1376" y="220"/>
                  </a:cubicBezTo>
                  <a:cubicBezTo>
                    <a:pt x="1343" y="264"/>
                    <a:pt x="1333" y="307"/>
                    <a:pt x="1343" y="351"/>
                  </a:cubicBezTo>
                  <a:cubicBezTo>
                    <a:pt x="1212" y="351"/>
                    <a:pt x="1081" y="340"/>
                    <a:pt x="950" y="340"/>
                  </a:cubicBezTo>
                  <a:cubicBezTo>
                    <a:pt x="797" y="340"/>
                    <a:pt x="634" y="340"/>
                    <a:pt x="481" y="383"/>
                  </a:cubicBezTo>
                  <a:cubicBezTo>
                    <a:pt x="328" y="417"/>
                    <a:pt x="185" y="504"/>
                    <a:pt x="98" y="635"/>
                  </a:cubicBezTo>
                  <a:cubicBezTo>
                    <a:pt x="0" y="788"/>
                    <a:pt x="11" y="985"/>
                    <a:pt x="66" y="1148"/>
                  </a:cubicBezTo>
                  <a:cubicBezTo>
                    <a:pt x="120" y="1291"/>
                    <a:pt x="404" y="1345"/>
                    <a:pt x="535" y="1378"/>
                  </a:cubicBezTo>
                  <a:cubicBezTo>
                    <a:pt x="817" y="1454"/>
                    <a:pt x="1111" y="1498"/>
                    <a:pt x="1398" y="1498"/>
                  </a:cubicBezTo>
                  <a:cubicBezTo>
                    <a:pt x="1479" y="1498"/>
                    <a:pt x="1559" y="1494"/>
                    <a:pt x="1639" y="1487"/>
                  </a:cubicBezTo>
                  <a:cubicBezTo>
                    <a:pt x="1804" y="1479"/>
                    <a:pt x="1969" y="1449"/>
                    <a:pt x="2134" y="1449"/>
                  </a:cubicBezTo>
                  <a:cubicBezTo>
                    <a:pt x="2198" y="1449"/>
                    <a:pt x="2262" y="1453"/>
                    <a:pt x="2326" y="1465"/>
                  </a:cubicBezTo>
                  <a:cubicBezTo>
                    <a:pt x="2840" y="1585"/>
                    <a:pt x="2698" y="2142"/>
                    <a:pt x="2709" y="2536"/>
                  </a:cubicBezTo>
                  <a:cubicBezTo>
                    <a:pt x="2709" y="2481"/>
                    <a:pt x="2741" y="2437"/>
                    <a:pt x="2775" y="2405"/>
                  </a:cubicBezTo>
                  <a:cubicBezTo>
                    <a:pt x="2811" y="2375"/>
                    <a:pt x="2843" y="2370"/>
                    <a:pt x="2877" y="2370"/>
                  </a:cubicBezTo>
                  <a:cubicBezTo>
                    <a:pt x="2893" y="2370"/>
                    <a:pt x="2910" y="2371"/>
                    <a:pt x="2927" y="2371"/>
                  </a:cubicBezTo>
                  <a:lnTo>
                    <a:pt x="2938" y="2371"/>
                  </a:lnTo>
                  <a:cubicBezTo>
                    <a:pt x="2993" y="2274"/>
                    <a:pt x="3015" y="2153"/>
                    <a:pt x="3015" y="2044"/>
                  </a:cubicBezTo>
                  <a:cubicBezTo>
                    <a:pt x="3025" y="1924"/>
                    <a:pt x="3047" y="1803"/>
                    <a:pt x="3037" y="1684"/>
                  </a:cubicBezTo>
                  <a:cubicBezTo>
                    <a:pt x="3037" y="1585"/>
                    <a:pt x="2993" y="1487"/>
                    <a:pt x="2993" y="1388"/>
                  </a:cubicBezTo>
                  <a:lnTo>
                    <a:pt x="2993" y="1367"/>
                  </a:lnTo>
                  <a:cubicBezTo>
                    <a:pt x="2993" y="1181"/>
                    <a:pt x="3037" y="985"/>
                    <a:pt x="2971" y="799"/>
                  </a:cubicBezTo>
                  <a:cubicBezTo>
                    <a:pt x="2894" y="570"/>
                    <a:pt x="2741" y="383"/>
                    <a:pt x="2534" y="242"/>
                  </a:cubicBezTo>
                  <a:cubicBezTo>
                    <a:pt x="2356" y="129"/>
                    <a:pt x="2130" y="1"/>
                    <a:pt x="1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65"/>
            <p:cNvSpPr/>
            <p:nvPr/>
          </p:nvSpPr>
          <p:spPr>
            <a:xfrm>
              <a:off x="2026200" y="384750"/>
              <a:ext cx="27050" cy="4400"/>
            </a:xfrm>
            <a:custGeom>
              <a:avLst/>
              <a:gdLst/>
              <a:ahLst/>
              <a:cxnLst/>
              <a:rect l="l" t="t" r="r" b="b"/>
              <a:pathLst>
                <a:path w="1082" h="176" extrusionOk="0">
                  <a:moveTo>
                    <a:pt x="1081" y="11"/>
                  </a:moveTo>
                  <a:cubicBezTo>
                    <a:pt x="907" y="110"/>
                    <a:pt x="732" y="164"/>
                    <a:pt x="536" y="176"/>
                  </a:cubicBezTo>
                  <a:lnTo>
                    <a:pt x="536" y="176"/>
                  </a:lnTo>
                  <a:cubicBezTo>
                    <a:pt x="729" y="174"/>
                    <a:pt x="921" y="119"/>
                    <a:pt x="1081" y="11"/>
                  </a:cubicBezTo>
                  <a:close/>
                  <a:moveTo>
                    <a:pt x="0" y="1"/>
                  </a:moveTo>
                  <a:cubicBezTo>
                    <a:pt x="131" y="143"/>
                    <a:pt x="350" y="176"/>
                    <a:pt x="525" y="176"/>
                  </a:cubicBezTo>
                  <a:cubicBezTo>
                    <a:pt x="526" y="176"/>
                    <a:pt x="528" y="176"/>
                    <a:pt x="530" y="176"/>
                  </a:cubicBezTo>
                  <a:lnTo>
                    <a:pt x="530" y="176"/>
                  </a:lnTo>
                  <a:cubicBezTo>
                    <a:pt x="532" y="176"/>
                    <a:pt x="533" y="176"/>
                    <a:pt x="535" y="176"/>
                  </a:cubicBezTo>
                  <a:cubicBezTo>
                    <a:pt x="536" y="176"/>
                    <a:pt x="536" y="176"/>
                    <a:pt x="536" y="176"/>
                  </a:cubicBezTo>
                  <a:lnTo>
                    <a:pt x="536" y="176"/>
                  </a:lnTo>
                  <a:cubicBezTo>
                    <a:pt x="534" y="176"/>
                    <a:pt x="532" y="176"/>
                    <a:pt x="530" y="176"/>
                  </a:cubicBezTo>
                  <a:lnTo>
                    <a:pt x="530" y="176"/>
                  </a:lnTo>
                  <a:cubicBezTo>
                    <a:pt x="346" y="175"/>
                    <a:pt x="141" y="131"/>
                    <a:pt x="11" y="1"/>
                  </a:cubicBezTo>
                  <a:close/>
                </a:path>
              </a:pathLst>
            </a:custGeom>
            <a:solidFill>
              <a:srgbClr val="E7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65"/>
            <p:cNvSpPr/>
            <p:nvPr/>
          </p:nvSpPr>
          <p:spPr>
            <a:xfrm>
              <a:off x="1865350" y="302550"/>
              <a:ext cx="46725" cy="33075"/>
            </a:xfrm>
            <a:custGeom>
              <a:avLst/>
              <a:gdLst/>
              <a:ahLst/>
              <a:cxnLst/>
              <a:rect l="l" t="t" r="r" b="b"/>
              <a:pathLst>
                <a:path w="1869" h="1323" extrusionOk="0">
                  <a:moveTo>
                    <a:pt x="471" y="1"/>
                  </a:moveTo>
                  <a:cubicBezTo>
                    <a:pt x="394" y="1"/>
                    <a:pt x="328" y="1"/>
                    <a:pt x="263" y="12"/>
                  </a:cubicBezTo>
                  <a:cubicBezTo>
                    <a:pt x="230" y="12"/>
                    <a:pt x="197" y="12"/>
                    <a:pt x="165" y="34"/>
                  </a:cubicBezTo>
                  <a:cubicBezTo>
                    <a:pt x="143" y="56"/>
                    <a:pt x="131" y="78"/>
                    <a:pt x="121" y="110"/>
                  </a:cubicBezTo>
                  <a:cubicBezTo>
                    <a:pt x="0" y="427"/>
                    <a:pt x="22" y="820"/>
                    <a:pt x="175" y="1115"/>
                  </a:cubicBezTo>
                  <a:cubicBezTo>
                    <a:pt x="263" y="1257"/>
                    <a:pt x="951" y="1323"/>
                    <a:pt x="951" y="1323"/>
                  </a:cubicBezTo>
                  <a:cubicBezTo>
                    <a:pt x="1038" y="1268"/>
                    <a:pt x="1126" y="1235"/>
                    <a:pt x="1213" y="1180"/>
                  </a:cubicBezTo>
                  <a:cubicBezTo>
                    <a:pt x="1333" y="1115"/>
                    <a:pt x="1442" y="1039"/>
                    <a:pt x="1563" y="973"/>
                  </a:cubicBezTo>
                  <a:cubicBezTo>
                    <a:pt x="1628" y="930"/>
                    <a:pt x="1694" y="896"/>
                    <a:pt x="1748" y="842"/>
                  </a:cubicBezTo>
                  <a:cubicBezTo>
                    <a:pt x="1825" y="755"/>
                    <a:pt x="1857" y="612"/>
                    <a:pt x="1869" y="503"/>
                  </a:cubicBezTo>
                  <a:cubicBezTo>
                    <a:pt x="1869" y="449"/>
                    <a:pt x="1869" y="384"/>
                    <a:pt x="1847" y="328"/>
                  </a:cubicBezTo>
                  <a:cubicBezTo>
                    <a:pt x="1811" y="266"/>
                    <a:pt x="1730" y="225"/>
                    <a:pt x="1660" y="225"/>
                  </a:cubicBezTo>
                  <a:cubicBezTo>
                    <a:pt x="1645" y="225"/>
                    <a:pt x="1630" y="227"/>
                    <a:pt x="1617" y="231"/>
                  </a:cubicBezTo>
                  <a:cubicBezTo>
                    <a:pt x="1530" y="252"/>
                    <a:pt x="1464" y="340"/>
                    <a:pt x="1454" y="427"/>
                  </a:cubicBezTo>
                  <a:lnTo>
                    <a:pt x="1454" y="481"/>
                  </a:lnTo>
                  <a:cubicBezTo>
                    <a:pt x="1442" y="427"/>
                    <a:pt x="1442" y="372"/>
                    <a:pt x="1432" y="318"/>
                  </a:cubicBezTo>
                  <a:cubicBezTo>
                    <a:pt x="1410" y="197"/>
                    <a:pt x="1366" y="66"/>
                    <a:pt x="1246" y="23"/>
                  </a:cubicBezTo>
                  <a:cubicBezTo>
                    <a:pt x="1202" y="1"/>
                    <a:pt x="1148" y="1"/>
                    <a:pt x="1093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65"/>
            <p:cNvSpPr/>
            <p:nvPr/>
          </p:nvSpPr>
          <p:spPr>
            <a:xfrm>
              <a:off x="1893200" y="297650"/>
              <a:ext cx="11225" cy="23250"/>
            </a:xfrm>
            <a:custGeom>
              <a:avLst/>
              <a:gdLst/>
              <a:ahLst/>
              <a:cxnLst/>
              <a:rect l="l" t="t" r="r" b="b"/>
              <a:pathLst>
                <a:path w="449" h="930" extrusionOk="0">
                  <a:moveTo>
                    <a:pt x="153" y="0"/>
                  </a:moveTo>
                  <a:cubicBezTo>
                    <a:pt x="110" y="0"/>
                    <a:pt x="77" y="33"/>
                    <a:pt x="56" y="66"/>
                  </a:cubicBezTo>
                  <a:cubicBezTo>
                    <a:pt x="44" y="77"/>
                    <a:pt x="34" y="99"/>
                    <a:pt x="22" y="109"/>
                  </a:cubicBezTo>
                  <a:lnTo>
                    <a:pt x="1" y="109"/>
                  </a:lnTo>
                  <a:lnTo>
                    <a:pt x="1" y="153"/>
                  </a:lnTo>
                  <a:cubicBezTo>
                    <a:pt x="1" y="240"/>
                    <a:pt x="1" y="328"/>
                    <a:pt x="22" y="415"/>
                  </a:cubicBezTo>
                  <a:cubicBezTo>
                    <a:pt x="34" y="546"/>
                    <a:pt x="77" y="667"/>
                    <a:pt x="143" y="776"/>
                  </a:cubicBezTo>
                  <a:cubicBezTo>
                    <a:pt x="174" y="823"/>
                    <a:pt x="271" y="929"/>
                    <a:pt x="344" y="929"/>
                  </a:cubicBezTo>
                  <a:cubicBezTo>
                    <a:pt x="374" y="929"/>
                    <a:pt x="400" y="911"/>
                    <a:pt x="416" y="864"/>
                  </a:cubicBezTo>
                  <a:cubicBezTo>
                    <a:pt x="449" y="743"/>
                    <a:pt x="449" y="612"/>
                    <a:pt x="449" y="481"/>
                  </a:cubicBezTo>
                  <a:cubicBezTo>
                    <a:pt x="449" y="415"/>
                    <a:pt x="437" y="350"/>
                    <a:pt x="437" y="284"/>
                  </a:cubicBezTo>
                  <a:cubicBezTo>
                    <a:pt x="437" y="240"/>
                    <a:pt x="437" y="186"/>
                    <a:pt x="427" y="153"/>
                  </a:cubicBezTo>
                  <a:cubicBezTo>
                    <a:pt x="416" y="88"/>
                    <a:pt x="340" y="33"/>
                    <a:pt x="274" y="12"/>
                  </a:cubicBezTo>
                  <a:cubicBezTo>
                    <a:pt x="252" y="0"/>
                    <a:pt x="230" y="0"/>
                    <a:pt x="208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65"/>
            <p:cNvSpPr/>
            <p:nvPr/>
          </p:nvSpPr>
          <p:spPr>
            <a:xfrm>
              <a:off x="1868075" y="296550"/>
              <a:ext cx="26800" cy="23500"/>
            </a:xfrm>
            <a:custGeom>
              <a:avLst/>
              <a:gdLst/>
              <a:ahLst/>
              <a:cxnLst/>
              <a:rect l="l" t="t" r="r" b="b"/>
              <a:pathLst>
                <a:path w="1072" h="940" extrusionOk="0">
                  <a:moveTo>
                    <a:pt x="809" y="0"/>
                  </a:moveTo>
                  <a:cubicBezTo>
                    <a:pt x="777" y="0"/>
                    <a:pt x="743" y="0"/>
                    <a:pt x="711" y="12"/>
                  </a:cubicBezTo>
                  <a:cubicBezTo>
                    <a:pt x="689" y="22"/>
                    <a:pt x="678" y="44"/>
                    <a:pt x="656" y="66"/>
                  </a:cubicBezTo>
                  <a:cubicBezTo>
                    <a:pt x="634" y="77"/>
                    <a:pt x="656" y="77"/>
                    <a:pt x="634" y="77"/>
                  </a:cubicBezTo>
                  <a:cubicBezTo>
                    <a:pt x="612" y="66"/>
                    <a:pt x="602" y="56"/>
                    <a:pt x="580" y="56"/>
                  </a:cubicBezTo>
                  <a:cubicBezTo>
                    <a:pt x="532" y="40"/>
                    <a:pt x="484" y="29"/>
                    <a:pt x="436" y="29"/>
                  </a:cubicBezTo>
                  <a:cubicBezTo>
                    <a:pt x="419" y="29"/>
                    <a:pt x="401" y="31"/>
                    <a:pt x="383" y="34"/>
                  </a:cubicBezTo>
                  <a:cubicBezTo>
                    <a:pt x="318" y="44"/>
                    <a:pt x="252" y="66"/>
                    <a:pt x="219" y="121"/>
                  </a:cubicBezTo>
                  <a:cubicBezTo>
                    <a:pt x="209" y="132"/>
                    <a:pt x="209" y="132"/>
                    <a:pt x="197" y="132"/>
                  </a:cubicBezTo>
                  <a:cubicBezTo>
                    <a:pt x="194" y="135"/>
                    <a:pt x="190" y="137"/>
                    <a:pt x="186" y="137"/>
                  </a:cubicBezTo>
                  <a:cubicBezTo>
                    <a:pt x="178" y="137"/>
                    <a:pt x="168" y="132"/>
                    <a:pt x="154" y="132"/>
                  </a:cubicBezTo>
                  <a:cubicBezTo>
                    <a:pt x="121" y="132"/>
                    <a:pt x="88" y="165"/>
                    <a:pt x="78" y="197"/>
                  </a:cubicBezTo>
                  <a:cubicBezTo>
                    <a:pt x="22" y="284"/>
                    <a:pt x="1" y="383"/>
                    <a:pt x="1" y="481"/>
                  </a:cubicBezTo>
                  <a:cubicBezTo>
                    <a:pt x="1" y="612"/>
                    <a:pt x="56" y="733"/>
                    <a:pt x="121" y="852"/>
                  </a:cubicBezTo>
                  <a:cubicBezTo>
                    <a:pt x="132" y="864"/>
                    <a:pt x="157" y="867"/>
                    <a:pt x="187" y="867"/>
                  </a:cubicBezTo>
                  <a:cubicBezTo>
                    <a:pt x="245" y="867"/>
                    <a:pt x="318" y="852"/>
                    <a:pt x="318" y="852"/>
                  </a:cubicBezTo>
                  <a:lnTo>
                    <a:pt x="427" y="721"/>
                  </a:lnTo>
                  <a:cubicBezTo>
                    <a:pt x="438" y="755"/>
                    <a:pt x="438" y="776"/>
                    <a:pt x="438" y="809"/>
                  </a:cubicBezTo>
                  <a:cubicBezTo>
                    <a:pt x="449" y="842"/>
                    <a:pt x="449" y="874"/>
                    <a:pt x="459" y="896"/>
                  </a:cubicBezTo>
                  <a:cubicBezTo>
                    <a:pt x="481" y="918"/>
                    <a:pt x="503" y="940"/>
                    <a:pt x="536" y="940"/>
                  </a:cubicBezTo>
                  <a:cubicBezTo>
                    <a:pt x="547" y="940"/>
                    <a:pt x="569" y="940"/>
                    <a:pt x="580" y="929"/>
                  </a:cubicBezTo>
                  <a:cubicBezTo>
                    <a:pt x="646" y="908"/>
                    <a:pt x="700" y="864"/>
                    <a:pt x="733" y="809"/>
                  </a:cubicBezTo>
                  <a:cubicBezTo>
                    <a:pt x="755" y="831"/>
                    <a:pt x="755" y="864"/>
                    <a:pt x="765" y="886"/>
                  </a:cubicBezTo>
                  <a:cubicBezTo>
                    <a:pt x="782" y="910"/>
                    <a:pt x="804" y="922"/>
                    <a:pt x="833" y="922"/>
                  </a:cubicBezTo>
                  <a:cubicBezTo>
                    <a:pt x="843" y="922"/>
                    <a:pt x="853" y="921"/>
                    <a:pt x="864" y="918"/>
                  </a:cubicBezTo>
                  <a:cubicBezTo>
                    <a:pt x="896" y="908"/>
                    <a:pt x="918" y="886"/>
                    <a:pt x="940" y="852"/>
                  </a:cubicBezTo>
                  <a:cubicBezTo>
                    <a:pt x="962" y="831"/>
                    <a:pt x="984" y="798"/>
                    <a:pt x="1006" y="765"/>
                  </a:cubicBezTo>
                  <a:lnTo>
                    <a:pt x="1049" y="580"/>
                  </a:lnTo>
                  <a:lnTo>
                    <a:pt x="1071" y="284"/>
                  </a:lnTo>
                  <a:cubicBezTo>
                    <a:pt x="1071" y="252"/>
                    <a:pt x="1061" y="219"/>
                    <a:pt x="1049" y="197"/>
                  </a:cubicBezTo>
                  <a:cubicBezTo>
                    <a:pt x="1049" y="165"/>
                    <a:pt x="1039" y="132"/>
                    <a:pt x="1039" y="99"/>
                  </a:cubicBezTo>
                  <a:cubicBezTo>
                    <a:pt x="1006" y="99"/>
                    <a:pt x="962" y="56"/>
                    <a:pt x="929" y="34"/>
                  </a:cubicBezTo>
                  <a:cubicBezTo>
                    <a:pt x="896" y="22"/>
                    <a:pt x="853" y="12"/>
                    <a:pt x="809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65"/>
            <p:cNvSpPr/>
            <p:nvPr/>
          </p:nvSpPr>
          <p:spPr>
            <a:xfrm>
              <a:off x="1970200" y="845150"/>
              <a:ext cx="53000" cy="68975"/>
            </a:xfrm>
            <a:custGeom>
              <a:avLst/>
              <a:gdLst/>
              <a:ahLst/>
              <a:cxnLst/>
              <a:rect l="l" t="t" r="r" b="b"/>
              <a:pathLst>
                <a:path w="2120" h="2759" extrusionOk="0">
                  <a:moveTo>
                    <a:pt x="853" y="1"/>
                  </a:moveTo>
                  <a:cubicBezTo>
                    <a:pt x="777" y="208"/>
                    <a:pt x="656" y="405"/>
                    <a:pt x="503" y="579"/>
                  </a:cubicBezTo>
                  <a:cubicBezTo>
                    <a:pt x="383" y="710"/>
                    <a:pt x="110" y="853"/>
                    <a:pt x="34" y="1006"/>
                  </a:cubicBezTo>
                  <a:cubicBezTo>
                    <a:pt x="23" y="1028"/>
                    <a:pt x="12" y="1060"/>
                    <a:pt x="1" y="1093"/>
                  </a:cubicBezTo>
                  <a:cubicBezTo>
                    <a:pt x="34" y="1125"/>
                    <a:pt x="66" y="1147"/>
                    <a:pt x="88" y="1180"/>
                  </a:cubicBezTo>
                  <a:cubicBezTo>
                    <a:pt x="536" y="1661"/>
                    <a:pt x="995" y="2043"/>
                    <a:pt x="1377" y="2589"/>
                  </a:cubicBezTo>
                  <a:cubicBezTo>
                    <a:pt x="1421" y="2666"/>
                    <a:pt x="1486" y="2742"/>
                    <a:pt x="1574" y="2753"/>
                  </a:cubicBezTo>
                  <a:cubicBezTo>
                    <a:pt x="1586" y="2757"/>
                    <a:pt x="1598" y="2758"/>
                    <a:pt x="1610" y="2758"/>
                  </a:cubicBezTo>
                  <a:cubicBezTo>
                    <a:pt x="1674" y="2758"/>
                    <a:pt x="1737" y="2713"/>
                    <a:pt x="1792" y="2676"/>
                  </a:cubicBezTo>
                  <a:cubicBezTo>
                    <a:pt x="1913" y="2600"/>
                    <a:pt x="2087" y="2502"/>
                    <a:pt x="2109" y="2349"/>
                  </a:cubicBezTo>
                  <a:cubicBezTo>
                    <a:pt x="2120" y="2316"/>
                    <a:pt x="2109" y="2283"/>
                    <a:pt x="2098" y="2251"/>
                  </a:cubicBezTo>
                  <a:cubicBezTo>
                    <a:pt x="2000" y="1923"/>
                    <a:pt x="1858" y="1584"/>
                    <a:pt x="1694" y="1290"/>
                  </a:cubicBezTo>
                  <a:cubicBezTo>
                    <a:pt x="1541" y="1028"/>
                    <a:pt x="1301" y="831"/>
                    <a:pt x="1148" y="569"/>
                  </a:cubicBezTo>
                  <a:cubicBezTo>
                    <a:pt x="1093" y="460"/>
                    <a:pt x="1039" y="361"/>
                    <a:pt x="984" y="252"/>
                  </a:cubicBezTo>
                  <a:cubicBezTo>
                    <a:pt x="940" y="164"/>
                    <a:pt x="896" y="88"/>
                    <a:pt x="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65"/>
            <p:cNvSpPr/>
            <p:nvPr/>
          </p:nvSpPr>
          <p:spPr>
            <a:xfrm>
              <a:off x="1986600" y="865850"/>
              <a:ext cx="64750" cy="102525"/>
            </a:xfrm>
            <a:custGeom>
              <a:avLst/>
              <a:gdLst/>
              <a:ahLst/>
              <a:cxnLst/>
              <a:rect l="l" t="t" r="r" b="b"/>
              <a:pathLst>
                <a:path w="2590" h="4101" extrusionOk="0">
                  <a:moveTo>
                    <a:pt x="1950" y="0"/>
                  </a:moveTo>
                  <a:cubicBezTo>
                    <a:pt x="1923" y="0"/>
                    <a:pt x="1896" y="1"/>
                    <a:pt x="1868" y="3"/>
                  </a:cubicBezTo>
                  <a:cubicBezTo>
                    <a:pt x="1759" y="13"/>
                    <a:pt x="1639" y="35"/>
                    <a:pt x="1529" y="68"/>
                  </a:cubicBezTo>
                  <a:cubicBezTo>
                    <a:pt x="1376" y="112"/>
                    <a:pt x="1223" y="123"/>
                    <a:pt x="1082" y="178"/>
                  </a:cubicBezTo>
                  <a:cubicBezTo>
                    <a:pt x="1027" y="200"/>
                    <a:pt x="983" y="221"/>
                    <a:pt x="939" y="265"/>
                  </a:cubicBezTo>
                  <a:cubicBezTo>
                    <a:pt x="842" y="352"/>
                    <a:pt x="918" y="462"/>
                    <a:pt x="961" y="560"/>
                  </a:cubicBezTo>
                  <a:cubicBezTo>
                    <a:pt x="1060" y="800"/>
                    <a:pt x="1126" y="1062"/>
                    <a:pt x="1180" y="1314"/>
                  </a:cubicBezTo>
                  <a:cubicBezTo>
                    <a:pt x="1191" y="1368"/>
                    <a:pt x="1202" y="1412"/>
                    <a:pt x="1191" y="1467"/>
                  </a:cubicBezTo>
                  <a:cubicBezTo>
                    <a:pt x="1180" y="1510"/>
                    <a:pt x="1147" y="1554"/>
                    <a:pt x="1104" y="1564"/>
                  </a:cubicBezTo>
                  <a:cubicBezTo>
                    <a:pt x="1092" y="1568"/>
                    <a:pt x="1080" y="1569"/>
                    <a:pt x="1069" y="1569"/>
                  </a:cubicBezTo>
                  <a:cubicBezTo>
                    <a:pt x="1037" y="1569"/>
                    <a:pt x="1007" y="1559"/>
                    <a:pt x="983" y="1543"/>
                  </a:cubicBezTo>
                  <a:cubicBezTo>
                    <a:pt x="896" y="1488"/>
                    <a:pt x="874" y="1412"/>
                    <a:pt x="820" y="1336"/>
                  </a:cubicBezTo>
                  <a:cubicBezTo>
                    <a:pt x="732" y="1248"/>
                    <a:pt x="612" y="1193"/>
                    <a:pt x="503" y="1161"/>
                  </a:cubicBezTo>
                  <a:cubicBezTo>
                    <a:pt x="459" y="1139"/>
                    <a:pt x="415" y="1139"/>
                    <a:pt x="371" y="1139"/>
                  </a:cubicBezTo>
                  <a:cubicBezTo>
                    <a:pt x="284" y="1161"/>
                    <a:pt x="230" y="1237"/>
                    <a:pt x="175" y="1314"/>
                  </a:cubicBezTo>
                  <a:cubicBezTo>
                    <a:pt x="131" y="1379"/>
                    <a:pt x="77" y="1455"/>
                    <a:pt x="55" y="1532"/>
                  </a:cubicBezTo>
                  <a:cubicBezTo>
                    <a:pt x="0" y="1761"/>
                    <a:pt x="240" y="1838"/>
                    <a:pt x="393" y="1947"/>
                  </a:cubicBezTo>
                  <a:cubicBezTo>
                    <a:pt x="568" y="2078"/>
                    <a:pt x="711" y="2373"/>
                    <a:pt x="754" y="2591"/>
                  </a:cubicBezTo>
                  <a:cubicBezTo>
                    <a:pt x="808" y="2832"/>
                    <a:pt x="787" y="3072"/>
                    <a:pt x="798" y="3312"/>
                  </a:cubicBezTo>
                  <a:cubicBezTo>
                    <a:pt x="798" y="3509"/>
                    <a:pt x="732" y="3935"/>
                    <a:pt x="896" y="4044"/>
                  </a:cubicBezTo>
                  <a:cubicBezTo>
                    <a:pt x="953" y="4083"/>
                    <a:pt x="1021" y="4100"/>
                    <a:pt x="1091" y="4100"/>
                  </a:cubicBezTo>
                  <a:cubicBezTo>
                    <a:pt x="1179" y="4100"/>
                    <a:pt x="1270" y="4072"/>
                    <a:pt x="1344" y="4023"/>
                  </a:cubicBezTo>
                  <a:cubicBezTo>
                    <a:pt x="1475" y="3946"/>
                    <a:pt x="1682" y="3618"/>
                    <a:pt x="1770" y="3498"/>
                  </a:cubicBezTo>
                  <a:cubicBezTo>
                    <a:pt x="2010" y="3159"/>
                    <a:pt x="2218" y="2777"/>
                    <a:pt x="2250" y="2362"/>
                  </a:cubicBezTo>
                  <a:cubicBezTo>
                    <a:pt x="2250" y="2275"/>
                    <a:pt x="2250" y="2188"/>
                    <a:pt x="2272" y="2111"/>
                  </a:cubicBezTo>
                  <a:cubicBezTo>
                    <a:pt x="2294" y="2013"/>
                    <a:pt x="2338" y="1936"/>
                    <a:pt x="2371" y="1848"/>
                  </a:cubicBezTo>
                  <a:cubicBezTo>
                    <a:pt x="2589" y="1336"/>
                    <a:pt x="2534" y="746"/>
                    <a:pt x="2436" y="188"/>
                  </a:cubicBezTo>
                  <a:cubicBezTo>
                    <a:pt x="2425" y="166"/>
                    <a:pt x="2425" y="145"/>
                    <a:pt x="2403" y="123"/>
                  </a:cubicBezTo>
                  <a:cubicBezTo>
                    <a:pt x="2393" y="101"/>
                    <a:pt x="2371" y="90"/>
                    <a:pt x="2338" y="79"/>
                  </a:cubicBezTo>
                  <a:cubicBezTo>
                    <a:pt x="2220" y="24"/>
                    <a:pt x="2086" y="0"/>
                    <a:pt x="19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65"/>
            <p:cNvSpPr/>
            <p:nvPr/>
          </p:nvSpPr>
          <p:spPr>
            <a:xfrm>
              <a:off x="2017175" y="865850"/>
              <a:ext cx="34175" cy="101925"/>
            </a:xfrm>
            <a:custGeom>
              <a:avLst/>
              <a:gdLst/>
              <a:ahLst/>
              <a:cxnLst/>
              <a:rect l="l" t="t" r="r" b="b"/>
              <a:pathLst>
                <a:path w="1367" h="4077" extrusionOk="0">
                  <a:moveTo>
                    <a:pt x="756" y="1"/>
                  </a:moveTo>
                  <a:cubicBezTo>
                    <a:pt x="737" y="1"/>
                    <a:pt x="718" y="1"/>
                    <a:pt x="700" y="3"/>
                  </a:cubicBezTo>
                  <a:cubicBezTo>
                    <a:pt x="711" y="79"/>
                    <a:pt x="755" y="145"/>
                    <a:pt x="787" y="221"/>
                  </a:cubicBezTo>
                  <a:cubicBezTo>
                    <a:pt x="886" y="440"/>
                    <a:pt x="907" y="702"/>
                    <a:pt x="886" y="953"/>
                  </a:cubicBezTo>
                  <a:cubicBezTo>
                    <a:pt x="852" y="1193"/>
                    <a:pt x="787" y="1433"/>
                    <a:pt x="743" y="1674"/>
                  </a:cubicBezTo>
                  <a:cubicBezTo>
                    <a:pt x="656" y="2078"/>
                    <a:pt x="612" y="2482"/>
                    <a:pt x="514" y="2875"/>
                  </a:cubicBezTo>
                  <a:cubicBezTo>
                    <a:pt x="471" y="3072"/>
                    <a:pt x="306" y="3455"/>
                    <a:pt x="230" y="3640"/>
                  </a:cubicBezTo>
                  <a:cubicBezTo>
                    <a:pt x="165" y="3793"/>
                    <a:pt x="56" y="3935"/>
                    <a:pt x="0" y="4077"/>
                  </a:cubicBezTo>
                  <a:cubicBezTo>
                    <a:pt x="44" y="4066"/>
                    <a:pt x="77" y="4044"/>
                    <a:pt x="121" y="4023"/>
                  </a:cubicBezTo>
                  <a:cubicBezTo>
                    <a:pt x="252" y="3946"/>
                    <a:pt x="459" y="3618"/>
                    <a:pt x="547" y="3498"/>
                  </a:cubicBezTo>
                  <a:cubicBezTo>
                    <a:pt x="787" y="3159"/>
                    <a:pt x="995" y="2777"/>
                    <a:pt x="1027" y="2362"/>
                  </a:cubicBezTo>
                  <a:cubicBezTo>
                    <a:pt x="1027" y="2275"/>
                    <a:pt x="1027" y="2188"/>
                    <a:pt x="1049" y="2111"/>
                  </a:cubicBezTo>
                  <a:cubicBezTo>
                    <a:pt x="1071" y="2013"/>
                    <a:pt x="1115" y="1936"/>
                    <a:pt x="1148" y="1848"/>
                  </a:cubicBezTo>
                  <a:cubicBezTo>
                    <a:pt x="1366" y="1336"/>
                    <a:pt x="1311" y="746"/>
                    <a:pt x="1213" y="188"/>
                  </a:cubicBezTo>
                  <a:cubicBezTo>
                    <a:pt x="1202" y="166"/>
                    <a:pt x="1202" y="145"/>
                    <a:pt x="1180" y="123"/>
                  </a:cubicBezTo>
                  <a:cubicBezTo>
                    <a:pt x="1170" y="101"/>
                    <a:pt x="1148" y="90"/>
                    <a:pt x="1115" y="79"/>
                  </a:cubicBezTo>
                  <a:cubicBezTo>
                    <a:pt x="1001" y="32"/>
                    <a:pt x="879" y="1"/>
                    <a:pt x="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65"/>
            <p:cNvSpPr/>
            <p:nvPr/>
          </p:nvSpPr>
          <p:spPr>
            <a:xfrm>
              <a:off x="1980650" y="579350"/>
              <a:ext cx="85150" cy="34450"/>
            </a:xfrm>
            <a:custGeom>
              <a:avLst/>
              <a:gdLst/>
              <a:ahLst/>
              <a:cxnLst/>
              <a:rect l="l" t="t" r="r" b="b"/>
              <a:pathLst>
                <a:path w="3406" h="1378" extrusionOk="0">
                  <a:moveTo>
                    <a:pt x="195" y="1"/>
                  </a:moveTo>
                  <a:cubicBezTo>
                    <a:pt x="1" y="1"/>
                    <a:pt x="501" y="454"/>
                    <a:pt x="588" y="540"/>
                  </a:cubicBezTo>
                  <a:cubicBezTo>
                    <a:pt x="796" y="759"/>
                    <a:pt x="1046" y="933"/>
                    <a:pt x="1330" y="1075"/>
                  </a:cubicBezTo>
                  <a:cubicBezTo>
                    <a:pt x="1736" y="1269"/>
                    <a:pt x="2207" y="1378"/>
                    <a:pt x="2677" y="1378"/>
                  </a:cubicBezTo>
                  <a:cubicBezTo>
                    <a:pt x="2789" y="1378"/>
                    <a:pt x="2901" y="1372"/>
                    <a:pt x="3013" y="1359"/>
                  </a:cubicBezTo>
                  <a:cubicBezTo>
                    <a:pt x="3089" y="1348"/>
                    <a:pt x="3177" y="1327"/>
                    <a:pt x="3242" y="1283"/>
                  </a:cubicBezTo>
                  <a:cubicBezTo>
                    <a:pt x="3406" y="1174"/>
                    <a:pt x="3340" y="922"/>
                    <a:pt x="3165" y="813"/>
                  </a:cubicBezTo>
                  <a:cubicBezTo>
                    <a:pt x="2991" y="704"/>
                    <a:pt x="2772" y="693"/>
                    <a:pt x="2554" y="682"/>
                  </a:cubicBezTo>
                  <a:cubicBezTo>
                    <a:pt x="2194" y="649"/>
                    <a:pt x="1833" y="584"/>
                    <a:pt x="1495" y="496"/>
                  </a:cubicBezTo>
                  <a:cubicBezTo>
                    <a:pt x="1167" y="398"/>
                    <a:pt x="817" y="245"/>
                    <a:pt x="522" y="114"/>
                  </a:cubicBezTo>
                  <a:cubicBezTo>
                    <a:pt x="349" y="33"/>
                    <a:pt x="247" y="1"/>
                    <a:pt x="1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65"/>
            <p:cNvSpPr/>
            <p:nvPr/>
          </p:nvSpPr>
          <p:spPr>
            <a:xfrm>
              <a:off x="2035200" y="536050"/>
              <a:ext cx="73750" cy="39350"/>
            </a:xfrm>
            <a:custGeom>
              <a:avLst/>
              <a:gdLst/>
              <a:ahLst/>
              <a:cxnLst/>
              <a:rect l="l" t="t" r="r" b="b"/>
              <a:pathLst>
                <a:path w="2950" h="1574" extrusionOk="0">
                  <a:moveTo>
                    <a:pt x="2950" y="0"/>
                  </a:moveTo>
                  <a:lnTo>
                    <a:pt x="2950" y="0"/>
                  </a:lnTo>
                  <a:cubicBezTo>
                    <a:pt x="2742" y="11"/>
                    <a:pt x="2425" y="273"/>
                    <a:pt x="2240" y="382"/>
                  </a:cubicBezTo>
                  <a:cubicBezTo>
                    <a:pt x="1988" y="525"/>
                    <a:pt x="1738" y="656"/>
                    <a:pt x="1475" y="797"/>
                  </a:cubicBezTo>
                  <a:cubicBezTo>
                    <a:pt x="1289" y="906"/>
                    <a:pt x="1093" y="1005"/>
                    <a:pt x="886" y="1059"/>
                  </a:cubicBezTo>
                  <a:cubicBezTo>
                    <a:pt x="721" y="1103"/>
                    <a:pt x="547" y="1114"/>
                    <a:pt x="383" y="1114"/>
                  </a:cubicBezTo>
                  <a:cubicBezTo>
                    <a:pt x="252" y="1125"/>
                    <a:pt x="77" y="1136"/>
                    <a:pt x="34" y="1267"/>
                  </a:cubicBezTo>
                  <a:cubicBezTo>
                    <a:pt x="0" y="1355"/>
                    <a:pt x="44" y="1464"/>
                    <a:pt x="121" y="1518"/>
                  </a:cubicBezTo>
                  <a:cubicBezTo>
                    <a:pt x="208" y="1562"/>
                    <a:pt x="306" y="1573"/>
                    <a:pt x="405" y="1573"/>
                  </a:cubicBezTo>
                  <a:cubicBezTo>
                    <a:pt x="558" y="1562"/>
                    <a:pt x="711" y="1508"/>
                    <a:pt x="852" y="1442"/>
                  </a:cubicBezTo>
                  <a:cubicBezTo>
                    <a:pt x="1497" y="1180"/>
                    <a:pt x="2087" y="819"/>
                    <a:pt x="2622" y="372"/>
                  </a:cubicBezTo>
                  <a:cubicBezTo>
                    <a:pt x="2742" y="273"/>
                    <a:pt x="2895" y="153"/>
                    <a:pt x="29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65"/>
            <p:cNvSpPr/>
            <p:nvPr/>
          </p:nvSpPr>
          <p:spPr>
            <a:xfrm>
              <a:off x="1985225" y="267475"/>
              <a:ext cx="83850" cy="48275"/>
            </a:xfrm>
            <a:custGeom>
              <a:avLst/>
              <a:gdLst/>
              <a:ahLst/>
              <a:cxnLst/>
              <a:rect l="l" t="t" r="r" b="b"/>
              <a:pathLst>
                <a:path w="3354" h="1931" extrusionOk="0">
                  <a:moveTo>
                    <a:pt x="740" y="1"/>
                  </a:moveTo>
                  <a:cubicBezTo>
                    <a:pt x="663" y="1"/>
                    <a:pt x="585" y="20"/>
                    <a:pt x="514" y="71"/>
                  </a:cubicBezTo>
                  <a:cubicBezTo>
                    <a:pt x="317" y="224"/>
                    <a:pt x="426" y="563"/>
                    <a:pt x="460" y="639"/>
                  </a:cubicBezTo>
                  <a:cubicBezTo>
                    <a:pt x="406" y="613"/>
                    <a:pt x="360" y="579"/>
                    <a:pt x="304" y="579"/>
                  </a:cubicBezTo>
                  <a:cubicBezTo>
                    <a:pt x="291" y="579"/>
                    <a:pt x="277" y="581"/>
                    <a:pt x="263" y="585"/>
                  </a:cubicBezTo>
                  <a:cubicBezTo>
                    <a:pt x="241" y="585"/>
                    <a:pt x="208" y="607"/>
                    <a:pt x="186" y="617"/>
                  </a:cubicBezTo>
                  <a:cubicBezTo>
                    <a:pt x="1" y="770"/>
                    <a:pt x="142" y="1447"/>
                    <a:pt x="1028" y="1775"/>
                  </a:cubicBezTo>
                  <a:cubicBezTo>
                    <a:pt x="1294" y="1866"/>
                    <a:pt x="1867" y="1930"/>
                    <a:pt x="2328" y="1930"/>
                  </a:cubicBezTo>
                  <a:cubicBezTo>
                    <a:pt x="2641" y="1930"/>
                    <a:pt x="2903" y="1901"/>
                    <a:pt x="2982" y="1830"/>
                  </a:cubicBezTo>
                  <a:lnTo>
                    <a:pt x="3266" y="1338"/>
                  </a:lnTo>
                  <a:cubicBezTo>
                    <a:pt x="3354" y="1098"/>
                    <a:pt x="3223" y="825"/>
                    <a:pt x="3037" y="661"/>
                  </a:cubicBezTo>
                  <a:cubicBezTo>
                    <a:pt x="2851" y="519"/>
                    <a:pt x="2513" y="399"/>
                    <a:pt x="2327" y="246"/>
                  </a:cubicBezTo>
                  <a:cubicBezTo>
                    <a:pt x="2171" y="124"/>
                    <a:pt x="2064" y="78"/>
                    <a:pt x="1992" y="78"/>
                  </a:cubicBezTo>
                  <a:cubicBezTo>
                    <a:pt x="1786" y="78"/>
                    <a:pt x="1858" y="443"/>
                    <a:pt x="1858" y="443"/>
                  </a:cubicBezTo>
                  <a:cubicBezTo>
                    <a:pt x="1858" y="443"/>
                    <a:pt x="1639" y="410"/>
                    <a:pt x="1224" y="180"/>
                  </a:cubicBezTo>
                  <a:cubicBezTo>
                    <a:pt x="1176" y="157"/>
                    <a:pt x="960" y="1"/>
                    <a:pt x="7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9" name="Google Shape;1519;p65"/>
          <p:cNvGrpSpPr/>
          <p:nvPr/>
        </p:nvGrpSpPr>
        <p:grpSpPr>
          <a:xfrm>
            <a:off x="7259660" y="613870"/>
            <a:ext cx="1651537" cy="3013921"/>
            <a:chOff x="1426525" y="398150"/>
            <a:chExt cx="421375" cy="768975"/>
          </a:xfrm>
        </p:grpSpPr>
        <p:sp>
          <p:nvSpPr>
            <p:cNvPr id="1520" name="Google Shape;1520;p65"/>
            <p:cNvSpPr/>
            <p:nvPr/>
          </p:nvSpPr>
          <p:spPr>
            <a:xfrm>
              <a:off x="1460950" y="406500"/>
              <a:ext cx="386950" cy="335850"/>
            </a:xfrm>
            <a:custGeom>
              <a:avLst/>
              <a:gdLst/>
              <a:ahLst/>
              <a:cxnLst/>
              <a:rect l="l" t="t" r="r" b="b"/>
              <a:pathLst>
                <a:path w="15478" h="13434" extrusionOk="0">
                  <a:moveTo>
                    <a:pt x="1990" y="0"/>
                  </a:moveTo>
                  <a:cubicBezTo>
                    <a:pt x="1981" y="0"/>
                    <a:pt x="1973" y="1"/>
                    <a:pt x="1966" y="5"/>
                  </a:cubicBezTo>
                  <a:cubicBezTo>
                    <a:pt x="1944" y="15"/>
                    <a:pt x="1944" y="70"/>
                    <a:pt x="1923" y="92"/>
                  </a:cubicBezTo>
                  <a:cubicBezTo>
                    <a:pt x="1914" y="108"/>
                    <a:pt x="1889" y="118"/>
                    <a:pt x="1867" y="118"/>
                  </a:cubicBezTo>
                  <a:cubicBezTo>
                    <a:pt x="1859" y="118"/>
                    <a:pt x="1851" y="117"/>
                    <a:pt x="1846" y="114"/>
                  </a:cubicBezTo>
                  <a:cubicBezTo>
                    <a:pt x="1846" y="103"/>
                    <a:pt x="1835" y="92"/>
                    <a:pt x="1835" y="92"/>
                  </a:cubicBezTo>
                  <a:cubicBezTo>
                    <a:pt x="1808" y="57"/>
                    <a:pt x="1767" y="36"/>
                    <a:pt x="1726" y="36"/>
                  </a:cubicBezTo>
                  <a:cubicBezTo>
                    <a:pt x="1703" y="36"/>
                    <a:pt x="1680" y="43"/>
                    <a:pt x="1660" y="59"/>
                  </a:cubicBezTo>
                  <a:cubicBezTo>
                    <a:pt x="1573" y="136"/>
                    <a:pt x="1573" y="267"/>
                    <a:pt x="1529" y="365"/>
                  </a:cubicBezTo>
                  <a:cubicBezTo>
                    <a:pt x="1496" y="442"/>
                    <a:pt x="1442" y="507"/>
                    <a:pt x="1398" y="573"/>
                  </a:cubicBezTo>
                  <a:cubicBezTo>
                    <a:pt x="1267" y="736"/>
                    <a:pt x="1234" y="933"/>
                    <a:pt x="1190" y="1129"/>
                  </a:cubicBezTo>
                  <a:cubicBezTo>
                    <a:pt x="1125" y="1403"/>
                    <a:pt x="1059" y="1676"/>
                    <a:pt x="983" y="1938"/>
                  </a:cubicBezTo>
                  <a:cubicBezTo>
                    <a:pt x="819" y="2484"/>
                    <a:pt x="634" y="3019"/>
                    <a:pt x="459" y="3554"/>
                  </a:cubicBezTo>
                  <a:cubicBezTo>
                    <a:pt x="372" y="3828"/>
                    <a:pt x="295" y="4100"/>
                    <a:pt x="219" y="4363"/>
                  </a:cubicBezTo>
                  <a:cubicBezTo>
                    <a:pt x="175" y="4505"/>
                    <a:pt x="142" y="4636"/>
                    <a:pt x="109" y="4778"/>
                  </a:cubicBezTo>
                  <a:cubicBezTo>
                    <a:pt x="88" y="4843"/>
                    <a:pt x="76" y="4920"/>
                    <a:pt x="54" y="4986"/>
                  </a:cubicBezTo>
                  <a:cubicBezTo>
                    <a:pt x="44" y="5018"/>
                    <a:pt x="44" y="5051"/>
                    <a:pt x="32" y="5095"/>
                  </a:cubicBezTo>
                  <a:cubicBezTo>
                    <a:pt x="22" y="5117"/>
                    <a:pt x="0" y="5160"/>
                    <a:pt x="11" y="5182"/>
                  </a:cubicBezTo>
                  <a:cubicBezTo>
                    <a:pt x="273" y="5979"/>
                    <a:pt x="1071" y="6067"/>
                    <a:pt x="1595" y="6416"/>
                  </a:cubicBezTo>
                  <a:cubicBezTo>
                    <a:pt x="2479" y="6853"/>
                    <a:pt x="3353" y="6853"/>
                    <a:pt x="4326" y="7115"/>
                  </a:cubicBezTo>
                  <a:cubicBezTo>
                    <a:pt x="4937" y="7202"/>
                    <a:pt x="5025" y="7913"/>
                    <a:pt x="5199" y="8350"/>
                  </a:cubicBezTo>
                  <a:cubicBezTo>
                    <a:pt x="5549" y="9049"/>
                    <a:pt x="5462" y="9758"/>
                    <a:pt x="5636" y="10545"/>
                  </a:cubicBezTo>
                  <a:cubicBezTo>
                    <a:pt x="5734" y="11255"/>
                    <a:pt x="5462" y="11867"/>
                    <a:pt x="5254" y="12489"/>
                  </a:cubicBezTo>
                  <a:cubicBezTo>
                    <a:pt x="5483" y="12872"/>
                    <a:pt x="5887" y="13090"/>
                    <a:pt x="6324" y="13221"/>
                  </a:cubicBezTo>
                  <a:cubicBezTo>
                    <a:pt x="6826" y="13374"/>
                    <a:pt x="7362" y="13385"/>
                    <a:pt x="7886" y="13418"/>
                  </a:cubicBezTo>
                  <a:cubicBezTo>
                    <a:pt x="8094" y="13425"/>
                    <a:pt x="8302" y="13433"/>
                    <a:pt x="8510" y="13433"/>
                  </a:cubicBezTo>
                  <a:cubicBezTo>
                    <a:pt x="8597" y="13433"/>
                    <a:pt x="8684" y="13432"/>
                    <a:pt x="8771" y="13428"/>
                  </a:cubicBezTo>
                  <a:cubicBezTo>
                    <a:pt x="9088" y="13418"/>
                    <a:pt x="9404" y="13385"/>
                    <a:pt x="9721" y="13309"/>
                  </a:cubicBezTo>
                  <a:cubicBezTo>
                    <a:pt x="9841" y="13276"/>
                    <a:pt x="9984" y="13276"/>
                    <a:pt x="10103" y="13243"/>
                  </a:cubicBezTo>
                  <a:cubicBezTo>
                    <a:pt x="10278" y="13200"/>
                    <a:pt x="10202" y="13068"/>
                    <a:pt x="10158" y="12926"/>
                  </a:cubicBezTo>
                  <a:cubicBezTo>
                    <a:pt x="10049" y="12598"/>
                    <a:pt x="9907" y="12293"/>
                    <a:pt x="9819" y="11965"/>
                  </a:cubicBezTo>
                  <a:cubicBezTo>
                    <a:pt x="9645" y="11321"/>
                    <a:pt x="9787" y="10741"/>
                    <a:pt x="9918" y="10119"/>
                  </a:cubicBezTo>
                  <a:cubicBezTo>
                    <a:pt x="10038" y="9508"/>
                    <a:pt x="10060" y="8940"/>
                    <a:pt x="10289" y="8350"/>
                  </a:cubicBezTo>
                  <a:cubicBezTo>
                    <a:pt x="10399" y="8076"/>
                    <a:pt x="10464" y="7782"/>
                    <a:pt x="10617" y="7520"/>
                  </a:cubicBezTo>
                  <a:cubicBezTo>
                    <a:pt x="10759" y="7246"/>
                    <a:pt x="10945" y="7236"/>
                    <a:pt x="11251" y="7202"/>
                  </a:cubicBezTo>
                  <a:cubicBezTo>
                    <a:pt x="11405" y="7185"/>
                    <a:pt x="11560" y="7178"/>
                    <a:pt x="11715" y="7178"/>
                  </a:cubicBezTo>
                  <a:cubicBezTo>
                    <a:pt x="12152" y="7178"/>
                    <a:pt x="12593" y="7230"/>
                    <a:pt x="13035" y="7230"/>
                  </a:cubicBezTo>
                  <a:cubicBezTo>
                    <a:pt x="13113" y="7230"/>
                    <a:pt x="13192" y="7228"/>
                    <a:pt x="13271" y="7224"/>
                  </a:cubicBezTo>
                  <a:cubicBezTo>
                    <a:pt x="13981" y="7192"/>
                    <a:pt x="14691" y="6995"/>
                    <a:pt x="15324" y="6635"/>
                  </a:cubicBezTo>
                  <a:cubicBezTo>
                    <a:pt x="15368" y="6602"/>
                    <a:pt x="15434" y="6569"/>
                    <a:pt x="15455" y="6515"/>
                  </a:cubicBezTo>
                  <a:cubicBezTo>
                    <a:pt x="15477" y="6460"/>
                    <a:pt x="15467" y="6394"/>
                    <a:pt x="15455" y="6340"/>
                  </a:cubicBezTo>
                  <a:cubicBezTo>
                    <a:pt x="15358" y="5750"/>
                    <a:pt x="15303" y="5117"/>
                    <a:pt x="15074" y="4571"/>
                  </a:cubicBezTo>
                  <a:cubicBezTo>
                    <a:pt x="14943" y="4275"/>
                    <a:pt x="14833" y="3981"/>
                    <a:pt x="14735" y="3685"/>
                  </a:cubicBezTo>
                  <a:cubicBezTo>
                    <a:pt x="14625" y="3347"/>
                    <a:pt x="14538" y="3008"/>
                    <a:pt x="14451" y="2670"/>
                  </a:cubicBezTo>
                  <a:cubicBezTo>
                    <a:pt x="14385" y="2375"/>
                    <a:pt x="14353" y="2069"/>
                    <a:pt x="14178" y="1818"/>
                  </a:cubicBezTo>
                  <a:cubicBezTo>
                    <a:pt x="14156" y="1774"/>
                    <a:pt x="14123" y="1741"/>
                    <a:pt x="14112" y="1697"/>
                  </a:cubicBezTo>
                  <a:cubicBezTo>
                    <a:pt x="14079" y="1632"/>
                    <a:pt x="14091" y="1566"/>
                    <a:pt x="14079" y="1501"/>
                  </a:cubicBezTo>
                  <a:cubicBezTo>
                    <a:pt x="14069" y="1447"/>
                    <a:pt x="14036" y="1392"/>
                    <a:pt x="13992" y="1348"/>
                  </a:cubicBezTo>
                  <a:cubicBezTo>
                    <a:pt x="13985" y="1341"/>
                    <a:pt x="13933" y="1312"/>
                    <a:pt x="13902" y="1312"/>
                  </a:cubicBezTo>
                  <a:cubicBezTo>
                    <a:pt x="13886" y="1312"/>
                    <a:pt x="13876" y="1320"/>
                    <a:pt x="13882" y="1345"/>
                  </a:cubicBezTo>
                  <a:lnTo>
                    <a:pt x="13882" y="1345"/>
                  </a:lnTo>
                  <a:cubicBezTo>
                    <a:pt x="13874" y="1318"/>
                    <a:pt x="13843" y="1299"/>
                    <a:pt x="13811" y="1299"/>
                  </a:cubicBezTo>
                  <a:cubicBezTo>
                    <a:pt x="13795" y="1299"/>
                    <a:pt x="13778" y="1304"/>
                    <a:pt x="13763" y="1316"/>
                  </a:cubicBezTo>
                  <a:cubicBezTo>
                    <a:pt x="13741" y="1228"/>
                    <a:pt x="13708" y="1108"/>
                    <a:pt x="13610" y="1086"/>
                  </a:cubicBezTo>
                  <a:cubicBezTo>
                    <a:pt x="13566" y="1086"/>
                    <a:pt x="13424" y="1119"/>
                    <a:pt x="13435" y="1184"/>
                  </a:cubicBezTo>
                  <a:cubicBezTo>
                    <a:pt x="13421" y="1121"/>
                    <a:pt x="13357" y="1089"/>
                    <a:pt x="13290" y="1089"/>
                  </a:cubicBezTo>
                  <a:cubicBezTo>
                    <a:pt x="13253" y="1089"/>
                    <a:pt x="13215" y="1099"/>
                    <a:pt x="13184" y="1119"/>
                  </a:cubicBezTo>
                  <a:cubicBezTo>
                    <a:pt x="13096" y="1173"/>
                    <a:pt x="13052" y="1272"/>
                    <a:pt x="13009" y="1359"/>
                  </a:cubicBezTo>
                  <a:cubicBezTo>
                    <a:pt x="12943" y="1523"/>
                    <a:pt x="12878" y="1687"/>
                    <a:pt x="12911" y="1850"/>
                  </a:cubicBezTo>
                  <a:cubicBezTo>
                    <a:pt x="12965" y="2156"/>
                    <a:pt x="13315" y="2309"/>
                    <a:pt x="13501" y="2561"/>
                  </a:cubicBezTo>
                  <a:cubicBezTo>
                    <a:pt x="13588" y="2692"/>
                    <a:pt x="13642" y="2855"/>
                    <a:pt x="13686" y="3019"/>
                  </a:cubicBezTo>
                  <a:cubicBezTo>
                    <a:pt x="13883" y="3828"/>
                    <a:pt x="13926" y="4636"/>
                    <a:pt x="13960" y="5466"/>
                  </a:cubicBezTo>
                  <a:cubicBezTo>
                    <a:pt x="13970" y="5542"/>
                    <a:pt x="13970" y="5630"/>
                    <a:pt x="13916" y="5695"/>
                  </a:cubicBezTo>
                  <a:cubicBezTo>
                    <a:pt x="13883" y="5739"/>
                    <a:pt x="13828" y="5761"/>
                    <a:pt x="13763" y="5783"/>
                  </a:cubicBezTo>
                  <a:cubicBezTo>
                    <a:pt x="13730" y="5783"/>
                    <a:pt x="13686" y="5794"/>
                    <a:pt x="13654" y="5794"/>
                  </a:cubicBezTo>
                  <a:cubicBezTo>
                    <a:pt x="13395" y="5817"/>
                    <a:pt x="13132" y="5841"/>
                    <a:pt x="12871" y="5841"/>
                  </a:cubicBezTo>
                  <a:cubicBezTo>
                    <a:pt x="12527" y="5841"/>
                    <a:pt x="12186" y="5800"/>
                    <a:pt x="11862" y="5663"/>
                  </a:cubicBezTo>
                  <a:cubicBezTo>
                    <a:pt x="11440" y="5484"/>
                    <a:pt x="10957" y="5426"/>
                    <a:pt x="10486" y="5426"/>
                  </a:cubicBezTo>
                  <a:cubicBezTo>
                    <a:pt x="10324" y="5426"/>
                    <a:pt x="10162" y="5433"/>
                    <a:pt x="10005" y="5444"/>
                  </a:cubicBezTo>
                  <a:cubicBezTo>
                    <a:pt x="9492" y="5477"/>
                    <a:pt x="8880" y="5554"/>
                    <a:pt x="8378" y="5673"/>
                  </a:cubicBezTo>
                  <a:lnTo>
                    <a:pt x="7089" y="5750"/>
                  </a:lnTo>
                  <a:cubicBezTo>
                    <a:pt x="6237" y="5532"/>
                    <a:pt x="5363" y="5401"/>
                    <a:pt x="4489" y="5335"/>
                  </a:cubicBezTo>
                  <a:cubicBezTo>
                    <a:pt x="4129" y="5302"/>
                    <a:pt x="3779" y="5302"/>
                    <a:pt x="3430" y="5291"/>
                  </a:cubicBezTo>
                  <a:cubicBezTo>
                    <a:pt x="3299" y="5291"/>
                    <a:pt x="3156" y="5270"/>
                    <a:pt x="3015" y="5236"/>
                  </a:cubicBezTo>
                  <a:cubicBezTo>
                    <a:pt x="2709" y="5149"/>
                    <a:pt x="2392" y="5083"/>
                    <a:pt x="2075" y="5018"/>
                  </a:cubicBezTo>
                  <a:cubicBezTo>
                    <a:pt x="1802" y="4964"/>
                    <a:pt x="1508" y="4898"/>
                    <a:pt x="1508" y="4571"/>
                  </a:cubicBezTo>
                  <a:cubicBezTo>
                    <a:pt x="1595" y="3511"/>
                    <a:pt x="1595" y="2539"/>
                    <a:pt x="2032" y="1578"/>
                  </a:cubicBezTo>
                  <a:cubicBezTo>
                    <a:pt x="2207" y="1316"/>
                    <a:pt x="2567" y="1141"/>
                    <a:pt x="2741" y="867"/>
                  </a:cubicBezTo>
                  <a:cubicBezTo>
                    <a:pt x="2775" y="758"/>
                    <a:pt x="2796" y="638"/>
                    <a:pt x="2785" y="529"/>
                  </a:cubicBezTo>
                  <a:cubicBezTo>
                    <a:pt x="2785" y="409"/>
                    <a:pt x="2720" y="321"/>
                    <a:pt x="2654" y="223"/>
                  </a:cubicBezTo>
                  <a:cubicBezTo>
                    <a:pt x="2643" y="201"/>
                    <a:pt x="2622" y="168"/>
                    <a:pt x="2600" y="158"/>
                  </a:cubicBezTo>
                  <a:cubicBezTo>
                    <a:pt x="2583" y="147"/>
                    <a:pt x="2564" y="141"/>
                    <a:pt x="2543" y="141"/>
                  </a:cubicBezTo>
                  <a:cubicBezTo>
                    <a:pt x="2523" y="141"/>
                    <a:pt x="2501" y="147"/>
                    <a:pt x="2479" y="158"/>
                  </a:cubicBezTo>
                  <a:cubicBezTo>
                    <a:pt x="2447" y="168"/>
                    <a:pt x="2414" y="201"/>
                    <a:pt x="2392" y="234"/>
                  </a:cubicBezTo>
                  <a:cubicBezTo>
                    <a:pt x="2392" y="190"/>
                    <a:pt x="2370" y="146"/>
                    <a:pt x="2326" y="125"/>
                  </a:cubicBezTo>
                  <a:cubicBezTo>
                    <a:pt x="2313" y="115"/>
                    <a:pt x="2296" y="110"/>
                    <a:pt x="2278" y="110"/>
                  </a:cubicBezTo>
                  <a:cubicBezTo>
                    <a:pt x="2254" y="110"/>
                    <a:pt x="2230" y="121"/>
                    <a:pt x="2217" y="146"/>
                  </a:cubicBezTo>
                  <a:cubicBezTo>
                    <a:pt x="2185" y="81"/>
                    <a:pt x="2119" y="27"/>
                    <a:pt x="2054" y="15"/>
                  </a:cubicBezTo>
                  <a:cubicBezTo>
                    <a:pt x="2038" y="8"/>
                    <a:pt x="2012" y="0"/>
                    <a:pt x="1990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65"/>
            <p:cNvSpPr/>
            <p:nvPr/>
          </p:nvSpPr>
          <p:spPr>
            <a:xfrm>
              <a:off x="1615750" y="983250"/>
              <a:ext cx="66125" cy="183875"/>
            </a:xfrm>
            <a:custGeom>
              <a:avLst/>
              <a:gdLst/>
              <a:ahLst/>
              <a:cxnLst/>
              <a:rect l="l" t="t" r="r" b="b"/>
              <a:pathLst>
                <a:path w="2645" h="7355" extrusionOk="0">
                  <a:moveTo>
                    <a:pt x="1094" y="1"/>
                  </a:moveTo>
                  <a:cubicBezTo>
                    <a:pt x="996" y="1"/>
                    <a:pt x="904" y="10"/>
                    <a:pt x="821" y="58"/>
                  </a:cubicBezTo>
                  <a:cubicBezTo>
                    <a:pt x="733" y="975"/>
                    <a:pt x="646" y="1904"/>
                    <a:pt x="558" y="2822"/>
                  </a:cubicBezTo>
                  <a:cubicBezTo>
                    <a:pt x="493" y="3510"/>
                    <a:pt x="350" y="4143"/>
                    <a:pt x="209" y="4810"/>
                  </a:cubicBezTo>
                  <a:cubicBezTo>
                    <a:pt x="165" y="4985"/>
                    <a:pt x="132" y="5159"/>
                    <a:pt x="100" y="5345"/>
                  </a:cubicBezTo>
                  <a:cubicBezTo>
                    <a:pt x="45" y="5618"/>
                    <a:pt x="1" y="5946"/>
                    <a:pt x="198" y="6142"/>
                  </a:cubicBezTo>
                  <a:cubicBezTo>
                    <a:pt x="296" y="6230"/>
                    <a:pt x="416" y="6273"/>
                    <a:pt x="503" y="6371"/>
                  </a:cubicBezTo>
                  <a:cubicBezTo>
                    <a:pt x="668" y="6568"/>
                    <a:pt x="602" y="6874"/>
                    <a:pt x="722" y="7092"/>
                  </a:cubicBezTo>
                  <a:cubicBezTo>
                    <a:pt x="831" y="7267"/>
                    <a:pt x="1061" y="7354"/>
                    <a:pt x="1279" y="7354"/>
                  </a:cubicBezTo>
                  <a:cubicBezTo>
                    <a:pt x="1389" y="7354"/>
                    <a:pt x="1498" y="7333"/>
                    <a:pt x="1596" y="7278"/>
                  </a:cubicBezTo>
                  <a:cubicBezTo>
                    <a:pt x="1814" y="7136"/>
                    <a:pt x="1826" y="6808"/>
                    <a:pt x="1727" y="6568"/>
                  </a:cubicBezTo>
                  <a:cubicBezTo>
                    <a:pt x="1629" y="6328"/>
                    <a:pt x="1443" y="6131"/>
                    <a:pt x="1334" y="5902"/>
                  </a:cubicBezTo>
                  <a:cubicBezTo>
                    <a:pt x="1202" y="5618"/>
                    <a:pt x="1170" y="5334"/>
                    <a:pt x="1202" y="5039"/>
                  </a:cubicBezTo>
                  <a:cubicBezTo>
                    <a:pt x="1268" y="4318"/>
                    <a:pt x="1705" y="3586"/>
                    <a:pt x="1902" y="2953"/>
                  </a:cubicBezTo>
                  <a:cubicBezTo>
                    <a:pt x="2033" y="2570"/>
                    <a:pt x="2131" y="2188"/>
                    <a:pt x="2262" y="1795"/>
                  </a:cubicBezTo>
                  <a:cubicBezTo>
                    <a:pt x="2382" y="1402"/>
                    <a:pt x="2579" y="1019"/>
                    <a:pt x="2612" y="615"/>
                  </a:cubicBezTo>
                  <a:lnTo>
                    <a:pt x="2644" y="189"/>
                  </a:lnTo>
                  <a:lnTo>
                    <a:pt x="2644" y="179"/>
                  </a:lnTo>
                  <a:cubicBezTo>
                    <a:pt x="2229" y="36"/>
                    <a:pt x="1705" y="4"/>
                    <a:pt x="1268" y="4"/>
                  </a:cubicBezTo>
                  <a:cubicBezTo>
                    <a:pt x="1208" y="4"/>
                    <a:pt x="1150" y="1"/>
                    <a:pt x="1094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65"/>
            <p:cNvSpPr/>
            <p:nvPr/>
          </p:nvSpPr>
          <p:spPr>
            <a:xfrm>
              <a:off x="1458750" y="826300"/>
              <a:ext cx="152675" cy="163875"/>
            </a:xfrm>
            <a:custGeom>
              <a:avLst/>
              <a:gdLst/>
              <a:ahLst/>
              <a:cxnLst/>
              <a:rect l="l" t="t" r="r" b="b"/>
              <a:pathLst>
                <a:path w="6107" h="6555" extrusionOk="0">
                  <a:moveTo>
                    <a:pt x="1147" y="1"/>
                  </a:moveTo>
                  <a:cubicBezTo>
                    <a:pt x="962" y="1"/>
                    <a:pt x="787" y="56"/>
                    <a:pt x="623" y="121"/>
                  </a:cubicBezTo>
                  <a:cubicBezTo>
                    <a:pt x="416" y="187"/>
                    <a:pt x="197" y="274"/>
                    <a:pt x="99" y="459"/>
                  </a:cubicBezTo>
                  <a:cubicBezTo>
                    <a:pt x="1" y="634"/>
                    <a:pt x="33" y="842"/>
                    <a:pt x="120" y="1017"/>
                  </a:cubicBezTo>
                  <a:cubicBezTo>
                    <a:pt x="404" y="1530"/>
                    <a:pt x="1104" y="1770"/>
                    <a:pt x="1574" y="2076"/>
                  </a:cubicBezTo>
                  <a:cubicBezTo>
                    <a:pt x="2108" y="2415"/>
                    <a:pt x="2633" y="2765"/>
                    <a:pt x="3135" y="3136"/>
                  </a:cubicBezTo>
                  <a:cubicBezTo>
                    <a:pt x="3528" y="3430"/>
                    <a:pt x="3867" y="3780"/>
                    <a:pt x="4217" y="4119"/>
                  </a:cubicBezTo>
                  <a:cubicBezTo>
                    <a:pt x="4359" y="4250"/>
                    <a:pt x="4501" y="4392"/>
                    <a:pt x="4643" y="4512"/>
                  </a:cubicBezTo>
                  <a:cubicBezTo>
                    <a:pt x="4829" y="4676"/>
                    <a:pt x="4992" y="4872"/>
                    <a:pt x="5134" y="5080"/>
                  </a:cubicBezTo>
                  <a:cubicBezTo>
                    <a:pt x="5342" y="5418"/>
                    <a:pt x="5484" y="5801"/>
                    <a:pt x="5516" y="6194"/>
                  </a:cubicBezTo>
                  <a:cubicBezTo>
                    <a:pt x="5528" y="6282"/>
                    <a:pt x="5538" y="6391"/>
                    <a:pt x="5593" y="6467"/>
                  </a:cubicBezTo>
                  <a:cubicBezTo>
                    <a:pt x="5629" y="6518"/>
                    <a:pt x="5694" y="6554"/>
                    <a:pt x="5752" y="6554"/>
                  </a:cubicBezTo>
                  <a:cubicBezTo>
                    <a:pt x="5783" y="6554"/>
                    <a:pt x="5811" y="6544"/>
                    <a:pt x="5834" y="6522"/>
                  </a:cubicBezTo>
                  <a:cubicBezTo>
                    <a:pt x="5866" y="6500"/>
                    <a:pt x="5888" y="6457"/>
                    <a:pt x="5899" y="6423"/>
                  </a:cubicBezTo>
                  <a:cubicBezTo>
                    <a:pt x="6106" y="5790"/>
                    <a:pt x="5834" y="5113"/>
                    <a:pt x="5855" y="4457"/>
                  </a:cubicBezTo>
                  <a:cubicBezTo>
                    <a:pt x="5866" y="4054"/>
                    <a:pt x="5965" y="3573"/>
                    <a:pt x="5681" y="3289"/>
                  </a:cubicBezTo>
                  <a:cubicBezTo>
                    <a:pt x="5626" y="3234"/>
                    <a:pt x="5560" y="3190"/>
                    <a:pt x="5495" y="3158"/>
                  </a:cubicBezTo>
                  <a:cubicBezTo>
                    <a:pt x="5287" y="3059"/>
                    <a:pt x="5025" y="3027"/>
                    <a:pt x="4817" y="2928"/>
                  </a:cubicBezTo>
                  <a:cubicBezTo>
                    <a:pt x="4730" y="2884"/>
                    <a:pt x="4654" y="2830"/>
                    <a:pt x="4577" y="2765"/>
                  </a:cubicBezTo>
                  <a:cubicBezTo>
                    <a:pt x="4490" y="2688"/>
                    <a:pt x="4402" y="2612"/>
                    <a:pt x="4326" y="2535"/>
                  </a:cubicBezTo>
                  <a:cubicBezTo>
                    <a:pt x="3562" y="1770"/>
                    <a:pt x="2753" y="1061"/>
                    <a:pt x="1912" y="383"/>
                  </a:cubicBezTo>
                  <a:cubicBezTo>
                    <a:pt x="1683" y="209"/>
                    <a:pt x="1431" y="23"/>
                    <a:pt x="1147" y="1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65"/>
            <p:cNvSpPr/>
            <p:nvPr/>
          </p:nvSpPr>
          <p:spPr>
            <a:xfrm>
              <a:off x="1426525" y="718450"/>
              <a:ext cx="300125" cy="279075"/>
            </a:xfrm>
            <a:custGeom>
              <a:avLst/>
              <a:gdLst/>
              <a:ahLst/>
              <a:cxnLst/>
              <a:rect l="l" t="t" r="r" b="b"/>
              <a:pathLst>
                <a:path w="12005" h="11163" extrusionOk="0">
                  <a:moveTo>
                    <a:pt x="6598" y="1"/>
                  </a:moveTo>
                  <a:cubicBezTo>
                    <a:pt x="6467" y="285"/>
                    <a:pt x="6347" y="557"/>
                    <a:pt x="6216" y="841"/>
                  </a:cubicBezTo>
                  <a:cubicBezTo>
                    <a:pt x="6161" y="950"/>
                    <a:pt x="6106" y="1071"/>
                    <a:pt x="6019" y="1158"/>
                  </a:cubicBezTo>
                  <a:cubicBezTo>
                    <a:pt x="5932" y="1256"/>
                    <a:pt x="5800" y="1311"/>
                    <a:pt x="5681" y="1355"/>
                  </a:cubicBezTo>
                  <a:cubicBezTo>
                    <a:pt x="5276" y="1497"/>
                    <a:pt x="4851" y="1562"/>
                    <a:pt x="4424" y="1639"/>
                  </a:cubicBezTo>
                  <a:cubicBezTo>
                    <a:pt x="3310" y="1846"/>
                    <a:pt x="2218" y="2196"/>
                    <a:pt x="1191" y="2666"/>
                  </a:cubicBezTo>
                  <a:cubicBezTo>
                    <a:pt x="820" y="2829"/>
                    <a:pt x="438" y="3037"/>
                    <a:pt x="241" y="3387"/>
                  </a:cubicBezTo>
                  <a:cubicBezTo>
                    <a:pt x="1" y="3834"/>
                    <a:pt x="132" y="4402"/>
                    <a:pt x="438" y="4807"/>
                  </a:cubicBezTo>
                  <a:cubicBezTo>
                    <a:pt x="744" y="5210"/>
                    <a:pt x="1235" y="5462"/>
                    <a:pt x="1672" y="5713"/>
                  </a:cubicBezTo>
                  <a:cubicBezTo>
                    <a:pt x="2098" y="5702"/>
                    <a:pt x="2513" y="5473"/>
                    <a:pt x="2753" y="5123"/>
                  </a:cubicBezTo>
                  <a:cubicBezTo>
                    <a:pt x="2851" y="4992"/>
                    <a:pt x="2928" y="4839"/>
                    <a:pt x="3081" y="4807"/>
                  </a:cubicBezTo>
                  <a:cubicBezTo>
                    <a:pt x="3103" y="4802"/>
                    <a:pt x="3125" y="4801"/>
                    <a:pt x="3147" y="4801"/>
                  </a:cubicBezTo>
                  <a:cubicBezTo>
                    <a:pt x="3234" y="4801"/>
                    <a:pt x="3324" y="4829"/>
                    <a:pt x="3419" y="4829"/>
                  </a:cubicBezTo>
                  <a:cubicBezTo>
                    <a:pt x="3529" y="4829"/>
                    <a:pt x="3660" y="4730"/>
                    <a:pt x="3616" y="4632"/>
                  </a:cubicBezTo>
                  <a:lnTo>
                    <a:pt x="3616" y="4632"/>
                  </a:lnTo>
                  <a:cubicBezTo>
                    <a:pt x="3762" y="4653"/>
                    <a:pt x="3907" y="4662"/>
                    <a:pt x="4053" y="4662"/>
                  </a:cubicBezTo>
                  <a:cubicBezTo>
                    <a:pt x="4355" y="4662"/>
                    <a:pt x="4657" y="4625"/>
                    <a:pt x="4960" y="4588"/>
                  </a:cubicBezTo>
                  <a:cubicBezTo>
                    <a:pt x="6052" y="4457"/>
                    <a:pt x="7220" y="4370"/>
                    <a:pt x="8313" y="4227"/>
                  </a:cubicBezTo>
                  <a:cubicBezTo>
                    <a:pt x="8422" y="4577"/>
                    <a:pt x="8531" y="4926"/>
                    <a:pt x="8597" y="5287"/>
                  </a:cubicBezTo>
                  <a:cubicBezTo>
                    <a:pt x="8684" y="5844"/>
                    <a:pt x="8640" y="6412"/>
                    <a:pt x="8608" y="6969"/>
                  </a:cubicBezTo>
                  <a:cubicBezTo>
                    <a:pt x="8553" y="7734"/>
                    <a:pt x="8499" y="8509"/>
                    <a:pt x="8444" y="9274"/>
                  </a:cubicBezTo>
                  <a:cubicBezTo>
                    <a:pt x="8433" y="9394"/>
                    <a:pt x="8422" y="9514"/>
                    <a:pt x="8444" y="9635"/>
                  </a:cubicBezTo>
                  <a:cubicBezTo>
                    <a:pt x="8466" y="9754"/>
                    <a:pt x="8521" y="9863"/>
                    <a:pt x="8531" y="9984"/>
                  </a:cubicBezTo>
                  <a:cubicBezTo>
                    <a:pt x="8553" y="10169"/>
                    <a:pt x="8477" y="10355"/>
                    <a:pt x="8444" y="10552"/>
                  </a:cubicBezTo>
                  <a:cubicBezTo>
                    <a:pt x="8433" y="10584"/>
                    <a:pt x="8422" y="10628"/>
                    <a:pt x="8433" y="10661"/>
                  </a:cubicBezTo>
                  <a:cubicBezTo>
                    <a:pt x="8455" y="10715"/>
                    <a:pt x="8487" y="10749"/>
                    <a:pt x="8521" y="10771"/>
                  </a:cubicBezTo>
                  <a:cubicBezTo>
                    <a:pt x="8800" y="11006"/>
                    <a:pt x="9169" y="11162"/>
                    <a:pt x="9523" y="11162"/>
                  </a:cubicBezTo>
                  <a:cubicBezTo>
                    <a:pt x="9695" y="11162"/>
                    <a:pt x="9863" y="11125"/>
                    <a:pt x="10017" y="11043"/>
                  </a:cubicBezTo>
                  <a:cubicBezTo>
                    <a:pt x="10072" y="11021"/>
                    <a:pt x="10115" y="10989"/>
                    <a:pt x="10148" y="10945"/>
                  </a:cubicBezTo>
                  <a:cubicBezTo>
                    <a:pt x="10181" y="10902"/>
                    <a:pt x="10191" y="10836"/>
                    <a:pt x="10203" y="10781"/>
                  </a:cubicBezTo>
                  <a:cubicBezTo>
                    <a:pt x="10312" y="10082"/>
                    <a:pt x="10421" y="9372"/>
                    <a:pt x="10541" y="8673"/>
                  </a:cubicBezTo>
                  <a:cubicBezTo>
                    <a:pt x="10640" y="8018"/>
                    <a:pt x="10934" y="7439"/>
                    <a:pt x="11153" y="6816"/>
                  </a:cubicBezTo>
                  <a:cubicBezTo>
                    <a:pt x="11404" y="6139"/>
                    <a:pt x="11623" y="5451"/>
                    <a:pt x="11754" y="4741"/>
                  </a:cubicBezTo>
                  <a:cubicBezTo>
                    <a:pt x="12005" y="3397"/>
                    <a:pt x="11950" y="1999"/>
                    <a:pt x="11590" y="678"/>
                  </a:cubicBezTo>
                  <a:cubicBezTo>
                    <a:pt x="10949" y="853"/>
                    <a:pt x="10259" y="940"/>
                    <a:pt x="9580" y="940"/>
                  </a:cubicBezTo>
                  <a:cubicBezTo>
                    <a:pt x="9240" y="940"/>
                    <a:pt x="8903" y="918"/>
                    <a:pt x="8575" y="874"/>
                  </a:cubicBezTo>
                  <a:cubicBezTo>
                    <a:pt x="7843" y="776"/>
                    <a:pt x="7079" y="557"/>
                    <a:pt x="65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65"/>
            <p:cNvSpPr/>
            <p:nvPr/>
          </p:nvSpPr>
          <p:spPr>
            <a:xfrm>
              <a:off x="1620125" y="505275"/>
              <a:ext cx="62300" cy="57550"/>
            </a:xfrm>
            <a:custGeom>
              <a:avLst/>
              <a:gdLst/>
              <a:ahLst/>
              <a:cxnLst/>
              <a:rect l="l" t="t" r="r" b="b"/>
              <a:pathLst>
                <a:path w="2492" h="2302" extrusionOk="0">
                  <a:moveTo>
                    <a:pt x="1438" y="0"/>
                  </a:moveTo>
                  <a:cubicBezTo>
                    <a:pt x="1378" y="0"/>
                    <a:pt x="1317" y="10"/>
                    <a:pt x="1257" y="30"/>
                  </a:cubicBezTo>
                  <a:lnTo>
                    <a:pt x="886" y="171"/>
                  </a:lnTo>
                  <a:cubicBezTo>
                    <a:pt x="700" y="237"/>
                    <a:pt x="569" y="401"/>
                    <a:pt x="547" y="598"/>
                  </a:cubicBezTo>
                  <a:lnTo>
                    <a:pt x="547" y="608"/>
                  </a:lnTo>
                  <a:cubicBezTo>
                    <a:pt x="547" y="674"/>
                    <a:pt x="547" y="739"/>
                    <a:pt x="536" y="805"/>
                  </a:cubicBezTo>
                  <a:lnTo>
                    <a:pt x="536" y="991"/>
                  </a:lnTo>
                  <a:cubicBezTo>
                    <a:pt x="525" y="1100"/>
                    <a:pt x="515" y="1198"/>
                    <a:pt x="481" y="1307"/>
                  </a:cubicBezTo>
                  <a:cubicBezTo>
                    <a:pt x="459" y="1395"/>
                    <a:pt x="405" y="1472"/>
                    <a:pt x="328" y="1526"/>
                  </a:cubicBezTo>
                  <a:cubicBezTo>
                    <a:pt x="252" y="1591"/>
                    <a:pt x="197" y="1603"/>
                    <a:pt x="99" y="1624"/>
                  </a:cubicBezTo>
                  <a:lnTo>
                    <a:pt x="1" y="1646"/>
                  </a:lnTo>
                  <a:cubicBezTo>
                    <a:pt x="121" y="1941"/>
                    <a:pt x="471" y="2225"/>
                    <a:pt x="777" y="2280"/>
                  </a:cubicBezTo>
                  <a:cubicBezTo>
                    <a:pt x="878" y="2294"/>
                    <a:pt x="975" y="2301"/>
                    <a:pt x="1068" y="2301"/>
                  </a:cubicBezTo>
                  <a:cubicBezTo>
                    <a:pt x="1470" y="2301"/>
                    <a:pt x="1811" y="2173"/>
                    <a:pt x="2175" y="1952"/>
                  </a:cubicBezTo>
                  <a:cubicBezTo>
                    <a:pt x="2295" y="1875"/>
                    <a:pt x="2393" y="1756"/>
                    <a:pt x="2491" y="1646"/>
                  </a:cubicBezTo>
                  <a:cubicBezTo>
                    <a:pt x="2153" y="1569"/>
                    <a:pt x="2054" y="1307"/>
                    <a:pt x="2022" y="969"/>
                  </a:cubicBezTo>
                  <a:cubicBezTo>
                    <a:pt x="2011" y="860"/>
                    <a:pt x="2000" y="717"/>
                    <a:pt x="2000" y="554"/>
                  </a:cubicBezTo>
                  <a:cubicBezTo>
                    <a:pt x="2000" y="235"/>
                    <a:pt x="1735" y="0"/>
                    <a:pt x="1438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65"/>
            <p:cNvSpPr/>
            <p:nvPr/>
          </p:nvSpPr>
          <p:spPr>
            <a:xfrm>
              <a:off x="1581650" y="541225"/>
              <a:ext cx="142275" cy="118275"/>
            </a:xfrm>
            <a:custGeom>
              <a:avLst/>
              <a:gdLst/>
              <a:ahLst/>
              <a:cxnLst/>
              <a:rect l="l" t="t" r="r" b="b"/>
              <a:pathLst>
                <a:path w="5691" h="4731" extrusionOk="0">
                  <a:moveTo>
                    <a:pt x="4717" y="1"/>
                  </a:moveTo>
                  <a:cubicBezTo>
                    <a:pt x="4648" y="1"/>
                    <a:pt x="4579" y="9"/>
                    <a:pt x="4511" y="22"/>
                  </a:cubicBezTo>
                  <a:cubicBezTo>
                    <a:pt x="4423" y="34"/>
                    <a:pt x="4107" y="88"/>
                    <a:pt x="4063" y="165"/>
                  </a:cubicBezTo>
                  <a:cubicBezTo>
                    <a:pt x="4030" y="219"/>
                    <a:pt x="4173" y="415"/>
                    <a:pt x="4194" y="503"/>
                  </a:cubicBezTo>
                  <a:cubicBezTo>
                    <a:pt x="4270" y="743"/>
                    <a:pt x="4282" y="1017"/>
                    <a:pt x="4205" y="1267"/>
                  </a:cubicBezTo>
                  <a:cubicBezTo>
                    <a:pt x="4173" y="1355"/>
                    <a:pt x="4129" y="1453"/>
                    <a:pt x="4074" y="1519"/>
                  </a:cubicBezTo>
                  <a:cubicBezTo>
                    <a:pt x="4008" y="1595"/>
                    <a:pt x="3921" y="1650"/>
                    <a:pt x="3834" y="1694"/>
                  </a:cubicBezTo>
                  <a:cubicBezTo>
                    <a:pt x="3637" y="1803"/>
                    <a:pt x="3408" y="1879"/>
                    <a:pt x="3178" y="1912"/>
                  </a:cubicBezTo>
                  <a:cubicBezTo>
                    <a:pt x="3062" y="1932"/>
                    <a:pt x="2944" y="1940"/>
                    <a:pt x="2825" y="1940"/>
                  </a:cubicBezTo>
                  <a:cubicBezTo>
                    <a:pt x="2542" y="1940"/>
                    <a:pt x="2257" y="1890"/>
                    <a:pt x="1988" y="1813"/>
                  </a:cubicBezTo>
                  <a:cubicBezTo>
                    <a:pt x="1889" y="1792"/>
                    <a:pt x="1802" y="1759"/>
                    <a:pt x="1714" y="1704"/>
                  </a:cubicBezTo>
                  <a:cubicBezTo>
                    <a:pt x="1573" y="1585"/>
                    <a:pt x="1518" y="1388"/>
                    <a:pt x="1474" y="1202"/>
                  </a:cubicBezTo>
                  <a:cubicBezTo>
                    <a:pt x="1442" y="1027"/>
                    <a:pt x="1398" y="842"/>
                    <a:pt x="1452" y="667"/>
                  </a:cubicBezTo>
                  <a:cubicBezTo>
                    <a:pt x="1507" y="492"/>
                    <a:pt x="1627" y="306"/>
                    <a:pt x="1704" y="143"/>
                  </a:cubicBezTo>
                  <a:cubicBezTo>
                    <a:pt x="1562" y="143"/>
                    <a:pt x="1420" y="121"/>
                    <a:pt x="1278" y="88"/>
                  </a:cubicBezTo>
                  <a:lnTo>
                    <a:pt x="1114" y="55"/>
                  </a:lnTo>
                  <a:cubicBezTo>
                    <a:pt x="1077" y="49"/>
                    <a:pt x="1028" y="43"/>
                    <a:pt x="981" y="43"/>
                  </a:cubicBezTo>
                  <a:cubicBezTo>
                    <a:pt x="946" y="43"/>
                    <a:pt x="912" y="46"/>
                    <a:pt x="884" y="55"/>
                  </a:cubicBezTo>
                  <a:cubicBezTo>
                    <a:pt x="808" y="88"/>
                    <a:pt x="830" y="77"/>
                    <a:pt x="797" y="165"/>
                  </a:cubicBezTo>
                  <a:cubicBezTo>
                    <a:pt x="753" y="284"/>
                    <a:pt x="721" y="427"/>
                    <a:pt x="666" y="558"/>
                  </a:cubicBezTo>
                  <a:cubicBezTo>
                    <a:pt x="568" y="809"/>
                    <a:pt x="447" y="1049"/>
                    <a:pt x="404" y="1311"/>
                  </a:cubicBezTo>
                  <a:cubicBezTo>
                    <a:pt x="360" y="1508"/>
                    <a:pt x="382" y="1716"/>
                    <a:pt x="338" y="1912"/>
                  </a:cubicBezTo>
                  <a:cubicBezTo>
                    <a:pt x="306" y="2109"/>
                    <a:pt x="185" y="2305"/>
                    <a:pt x="0" y="2371"/>
                  </a:cubicBezTo>
                  <a:cubicBezTo>
                    <a:pt x="284" y="2775"/>
                    <a:pt x="447" y="3277"/>
                    <a:pt x="459" y="3780"/>
                  </a:cubicBezTo>
                  <a:cubicBezTo>
                    <a:pt x="469" y="4064"/>
                    <a:pt x="426" y="4369"/>
                    <a:pt x="535" y="4643"/>
                  </a:cubicBezTo>
                  <a:cubicBezTo>
                    <a:pt x="852" y="4639"/>
                    <a:pt x="1171" y="4637"/>
                    <a:pt x="1490" y="4637"/>
                  </a:cubicBezTo>
                  <a:cubicBezTo>
                    <a:pt x="2191" y="4637"/>
                    <a:pt x="2895" y="4649"/>
                    <a:pt x="3593" y="4687"/>
                  </a:cubicBezTo>
                  <a:cubicBezTo>
                    <a:pt x="3789" y="4698"/>
                    <a:pt x="3984" y="4713"/>
                    <a:pt x="4179" y="4713"/>
                  </a:cubicBezTo>
                  <a:cubicBezTo>
                    <a:pt x="4355" y="4713"/>
                    <a:pt x="4531" y="4701"/>
                    <a:pt x="4707" y="4665"/>
                  </a:cubicBezTo>
                  <a:cubicBezTo>
                    <a:pt x="4771" y="4650"/>
                    <a:pt x="4845" y="4635"/>
                    <a:pt x="4914" y="4635"/>
                  </a:cubicBezTo>
                  <a:cubicBezTo>
                    <a:pt x="4999" y="4635"/>
                    <a:pt x="5076" y="4658"/>
                    <a:pt x="5112" y="4730"/>
                  </a:cubicBezTo>
                  <a:cubicBezTo>
                    <a:pt x="5166" y="3922"/>
                    <a:pt x="5363" y="3114"/>
                    <a:pt x="5690" y="2371"/>
                  </a:cubicBezTo>
                  <a:cubicBezTo>
                    <a:pt x="5483" y="2338"/>
                    <a:pt x="5385" y="2097"/>
                    <a:pt x="5341" y="1890"/>
                  </a:cubicBezTo>
                  <a:cubicBezTo>
                    <a:pt x="5265" y="1595"/>
                    <a:pt x="5188" y="1301"/>
                    <a:pt x="5112" y="1017"/>
                  </a:cubicBezTo>
                  <a:cubicBezTo>
                    <a:pt x="5057" y="820"/>
                    <a:pt x="5013" y="634"/>
                    <a:pt x="4991" y="449"/>
                  </a:cubicBezTo>
                  <a:cubicBezTo>
                    <a:pt x="4991" y="427"/>
                    <a:pt x="4960" y="55"/>
                    <a:pt x="5001" y="55"/>
                  </a:cubicBezTo>
                  <a:cubicBezTo>
                    <a:pt x="5001" y="55"/>
                    <a:pt x="5002" y="55"/>
                    <a:pt x="5003" y="55"/>
                  </a:cubicBezTo>
                  <a:cubicBezTo>
                    <a:pt x="4913" y="17"/>
                    <a:pt x="4815" y="1"/>
                    <a:pt x="47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65"/>
            <p:cNvSpPr/>
            <p:nvPr/>
          </p:nvSpPr>
          <p:spPr>
            <a:xfrm>
              <a:off x="1605675" y="434950"/>
              <a:ext cx="90950" cy="90225"/>
            </a:xfrm>
            <a:custGeom>
              <a:avLst/>
              <a:gdLst/>
              <a:ahLst/>
              <a:cxnLst/>
              <a:rect l="l" t="t" r="r" b="b"/>
              <a:pathLst>
                <a:path w="3638" h="3609" extrusionOk="0">
                  <a:moveTo>
                    <a:pt x="1736" y="0"/>
                  </a:moveTo>
                  <a:cubicBezTo>
                    <a:pt x="1232" y="0"/>
                    <a:pt x="772" y="227"/>
                    <a:pt x="612" y="767"/>
                  </a:cubicBezTo>
                  <a:cubicBezTo>
                    <a:pt x="568" y="931"/>
                    <a:pt x="546" y="1095"/>
                    <a:pt x="546" y="1258"/>
                  </a:cubicBezTo>
                  <a:cubicBezTo>
                    <a:pt x="557" y="1390"/>
                    <a:pt x="612" y="1554"/>
                    <a:pt x="590" y="1674"/>
                  </a:cubicBezTo>
                  <a:cubicBezTo>
                    <a:pt x="506" y="1617"/>
                    <a:pt x="410" y="1570"/>
                    <a:pt x="324" y="1570"/>
                  </a:cubicBezTo>
                  <a:cubicBezTo>
                    <a:pt x="244" y="1570"/>
                    <a:pt x="174" y="1612"/>
                    <a:pt x="131" y="1729"/>
                  </a:cubicBezTo>
                  <a:cubicBezTo>
                    <a:pt x="0" y="2089"/>
                    <a:pt x="306" y="2416"/>
                    <a:pt x="546" y="2428"/>
                  </a:cubicBezTo>
                  <a:cubicBezTo>
                    <a:pt x="546" y="2428"/>
                    <a:pt x="918" y="3542"/>
                    <a:pt x="1671" y="3607"/>
                  </a:cubicBezTo>
                  <a:cubicBezTo>
                    <a:pt x="1703" y="3608"/>
                    <a:pt x="1736" y="3609"/>
                    <a:pt x="1769" y="3609"/>
                  </a:cubicBezTo>
                  <a:cubicBezTo>
                    <a:pt x="2139" y="3609"/>
                    <a:pt x="2559" y="3518"/>
                    <a:pt x="2960" y="2515"/>
                  </a:cubicBezTo>
                  <a:cubicBezTo>
                    <a:pt x="3178" y="2449"/>
                    <a:pt x="3637" y="2045"/>
                    <a:pt x="3353" y="1695"/>
                  </a:cubicBezTo>
                  <a:cubicBezTo>
                    <a:pt x="3315" y="1648"/>
                    <a:pt x="3261" y="1617"/>
                    <a:pt x="3204" y="1617"/>
                  </a:cubicBezTo>
                  <a:cubicBezTo>
                    <a:pt x="3196" y="1617"/>
                    <a:pt x="3187" y="1618"/>
                    <a:pt x="3178" y="1619"/>
                  </a:cubicBezTo>
                  <a:cubicBezTo>
                    <a:pt x="3124" y="1619"/>
                    <a:pt x="3069" y="1652"/>
                    <a:pt x="3015" y="1729"/>
                  </a:cubicBezTo>
                  <a:cubicBezTo>
                    <a:pt x="3059" y="1652"/>
                    <a:pt x="3025" y="1423"/>
                    <a:pt x="3037" y="1324"/>
                  </a:cubicBezTo>
                  <a:cubicBezTo>
                    <a:pt x="3059" y="1182"/>
                    <a:pt x="3080" y="1051"/>
                    <a:pt x="3059" y="909"/>
                  </a:cubicBezTo>
                  <a:cubicBezTo>
                    <a:pt x="3004" y="636"/>
                    <a:pt x="2862" y="396"/>
                    <a:pt x="2632" y="243"/>
                  </a:cubicBezTo>
                  <a:cubicBezTo>
                    <a:pt x="2501" y="144"/>
                    <a:pt x="2338" y="90"/>
                    <a:pt x="2185" y="57"/>
                  </a:cubicBezTo>
                  <a:cubicBezTo>
                    <a:pt x="2036" y="20"/>
                    <a:pt x="1884" y="0"/>
                    <a:pt x="1736" y="0"/>
                  </a:cubicBezTo>
                  <a:close/>
                </a:path>
              </a:pathLst>
            </a:custGeom>
            <a:solidFill>
              <a:srgbClr val="F0B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65"/>
            <p:cNvSpPr/>
            <p:nvPr/>
          </p:nvSpPr>
          <p:spPr>
            <a:xfrm>
              <a:off x="1615500" y="422775"/>
              <a:ext cx="69925" cy="56200"/>
            </a:xfrm>
            <a:custGeom>
              <a:avLst/>
              <a:gdLst/>
              <a:ahLst/>
              <a:cxnLst/>
              <a:rect l="l" t="t" r="r" b="b"/>
              <a:pathLst>
                <a:path w="2797" h="2248" extrusionOk="0">
                  <a:moveTo>
                    <a:pt x="1461" y="0"/>
                  </a:moveTo>
                  <a:cubicBezTo>
                    <a:pt x="1411" y="0"/>
                    <a:pt x="1361" y="3"/>
                    <a:pt x="1311" y="9"/>
                  </a:cubicBezTo>
                  <a:cubicBezTo>
                    <a:pt x="852" y="63"/>
                    <a:pt x="448" y="381"/>
                    <a:pt x="229" y="784"/>
                  </a:cubicBezTo>
                  <a:cubicBezTo>
                    <a:pt x="88" y="1025"/>
                    <a:pt x="22" y="1309"/>
                    <a:pt x="22" y="1582"/>
                  </a:cubicBezTo>
                  <a:cubicBezTo>
                    <a:pt x="11" y="1713"/>
                    <a:pt x="0" y="1986"/>
                    <a:pt x="88" y="2085"/>
                  </a:cubicBezTo>
                  <a:cubicBezTo>
                    <a:pt x="132" y="2139"/>
                    <a:pt x="219" y="2172"/>
                    <a:pt x="284" y="2216"/>
                  </a:cubicBezTo>
                  <a:cubicBezTo>
                    <a:pt x="295" y="2073"/>
                    <a:pt x="251" y="1942"/>
                    <a:pt x="339" y="1801"/>
                  </a:cubicBezTo>
                  <a:cubicBezTo>
                    <a:pt x="360" y="1757"/>
                    <a:pt x="394" y="1724"/>
                    <a:pt x="426" y="1680"/>
                  </a:cubicBezTo>
                  <a:cubicBezTo>
                    <a:pt x="481" y="1582"/>
                    <a:pt x="481" y="1461"/>
                    <a:pt x="481" y="1352"/>
                  </a:cubicBezTo>
                  <a:cubicBezTo>
                    <a:pt x="492" y="1243"/>
                    <a:pt x="513" y="1123"/>
                    <a:pt x="590" y="1046"/>
                  </a:cubicBezTo>
                  <a:cubicBezTo>
                    <a:pt x="656" y="992"/>
                    <a:pt x="743" y="970"/>
                    <a:pt x="809" y="927"/>
                  </a:cubicBezTo>
                  <a:cubicBezTo>
                    <a:pt x="885" y="883"/>
                    <a:pt x="940" y="806"/>
                    <a:pt x="1016" y="774"/>
                  </a:cubicBezTo>
                  <a:cubicBezTo>
                    <a:pt x="1093" y="730"/>
                    <a:pt x="1191" y="741"/>
                    <a:pt x="1278" y="730"/>
                  </a:cubicBezTo>
                  <a:cubicBezTo>
                    <a:pt x="1354" y="720"/>
                    <a:pt x="1447" y="678"/>
                    <a:pt x="1477" y="609"/>
                  </a:cubicBezTo>
                  <a:lnTo>
                    <a:pt x="1477" y="609"/>
                  </a:lnTo>
                  <a:cubicBezTo>
                    <a:pt x="1469" y="655"/>
                    <a:pt x="1483" y="703"/>
                    <a:pt x="1518" y="730"/>
                  </a:cubicBezTo>
                  <a:cubicBezTo>
                    <a:pt x="1573" y="784"/>
                    <a:pt x="1661" y="784"/>
                    <a:pt x="1737" y="796"/>
                  </a:cubicBezTo>
                  <a:cubicBezTo>
                    <a:pt x="1824" y="806"/>
                    <a:pt x="1923" y="839"/>
                    <a:pt x="1977" y="905"/>
                  </a:cubicBezTo>
                  <a:cubicBezTo>
                    <a:pt x="2032" y="981"/>
                    <a:pt x="2054" y="1090"/>
                    <a:pt x="2119" y="1156"/>
                  </a:cubicBezTo>
                  <a:cubicBezTo>
                    <a:pt x="2174" y="1211"/>
                    <a:pt x="2272" y="1233"/>
                    <a:pt x="2327" y="1287"/>
                  </a:cubicBezTo>
                  <a:cubicBezTo>
                    <a:pt x="2414" y="1374"/>
                    <a:pt x="2403" y="1517"/>
                    <a:pt x="2469" y="1614"/>
                  </a:cubicBezTo>
                  <a:cubicBezTo>
                    <a:pt x="2501" y="1658"/>
                    <a:pt x="2535" y="1691"/>
                    <a:pt x="2545" y="1745"/>
                  </a:cubicBezTo>
                  <a:cubicBezTo>
                    <a:pt x="2567" y="1833"/>
                    <a:pt x="2578" y="1932"/>
                    <a:pt x="2578" y="2019"/>
                  </a:cubicBezTo>
                  <a:cubicBezTo>
                    <a:pt x="2589" y="2095"/>
                    <a:pt x="2589" y="2182"/>
                    <a:pt x="2622" y="2248"/>
                  </a:cubicBezTo>
                  <a:cubicBezTo>
                    <a:pt x="2622" y="2216"/>
                    <a:pt x="2644" y="2194"/>
                    <a:pt x="2666" y="2172"/>
                  </a:cubicBezTo>
                  <a:cubicBezTo>
                    <a:pt x="2687" y="2150"/>
                    <a:pt x="2709" y="2128"/>
                    <a:pt x="2742" y="2117"/>
                  </a:cubicBezTo>
                  <a:cubicBezTo>
                    <a:pt x="2731" y="2073"/>
                    <a:pt x="2764" y="1997"/>
                    <a:pt x="2775" y="1942"/>
                  </a:cubicBezTo>
                  <a:cubicBezTo>
                    <a:pt x="2785" y="1877"/>
                    <a:pt x="2785" y="1811"/>
                    <a:pt x="2797" y="1745"/>
                  </a:cubicBezTo>
                  <a:cubicBezTo>
                    <a:pt x="2797" y="1614"/>
                    <a:pt x="2797" y="1483"/>
                    <a:pt x="2785" y="1364"/>
                  </a:cubicBezTo>
                  <a:cubicBezTo>
                    <a:pt x="2753" y="1101"/>
                    <a:pt x="2666" y="850"/>
                    <a:pt x="2545" y="621"/>
                  </a:cubicBezTo>
                  <a:cubicBezTo>
                    <a:pt x="2535" y="599"/>
                    <a:pt x="2523" y="577"/>
                    <a:pt x="2501" y="555"/>
                  </a:cubicBezTo>
                  <a:cubicBezTo>
                    <a:pt x="2297" y="204"/>
                    <a:pt x="1882" y="0"/>
                    <a:pt x="14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65"/>
            <p:cNvSpPr/>
            <p:nvPr/>
          </p:nvSpPr>
          <p:spPr>
            <a:xfrm>
              <a:off x="1653675" y="633150"/>
              <a:ext cx="43475" cy="17550"/>
            </a:xfrm>
            <a:custGeom>
              <a:avLst/>
              <a:gdLst/>
              <a:ahLst/>
              <a:cxnLst/>
              <a:rect l="l" t="t" r="r" b="b"/>
              <a:pathLst>
                <a:path w="1739" h="702" extrusionOk="0">
                  <a:moveTo>
                    <a:pt x="99" y="1"/>
                  </a:moveTo>
                  <a:cubicBezTo>
                    <a:pt x="0" y="1"/>
                    <a:pt x="254" y="235"/>
                    <a:pt x="297" y="277"/>
                  </a:cubicBezTo>
                  <a:cubicBezTo>
                    <a:pt x="406" y="387"/>
                    <a:pt x="537" y="474"/>
                    <a:pt x="680" y="551"/>
                  </a:cubicBezTo>
                  <a:cubicBezTo>
                    <a:pt x="882" y="647"/>
                    <a:pt x="1120" y="702"/>
                    <a:pt x="1360" y="702"/>
                  </a:cubicBezTo>
                  <a:cubicBezTo>
                    <a:pt x="1417" y="702"/>
                    <a:pt x="1475" y="699"/>
                    <a:pt x="1532" y="692"/>
                  </a:cubicBezTo>
                  <a:cubicBezTo>
                    <a:pt x="1576" y="682"/>
                    <a:pt x="1619" y="682"/>
                    <a:pt x="1652" y="660"/>
                  </a:cubicBezTo>
                  <a:cubicBezTo>
                    <a:pt x="1739" y="595"/>
                    <a:pt x="1695" y="474"/>
                    <a:pt x="1608" y="408"/>
                  </a:cubicBezTo>
                  <a:cubicBezTo>
                    <a:pt x="1520" y="354"/>
                    <a:pt x="1411" y="354"/>
                    <a:pt x="1302" y="343"/>
                  </a:cubicBezTo>
                  <a:cubicBezTo>
                    <a:pt x="1117" y="332"/>
                    <a:pt x="931" y="299"/>
                    <a:pt x="756" y="256"/>
                  </a:cubicBezTo>
                  <a:cubicBezTo>
                    <a:pt x="592" y="201"/>
                    <a:pt x="418" y="124"/>
                    <a:pt x="265" y="59"/>
                  </a:cubicBezTo>
                  <a:cubicBezTo>
                    <a:pt x="177" y="17"/>
                    <a:pt x="126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65"/>
            <p:cNvSpPr/>
            <p:nvPr/>
          </p:nvSpPr>
          <p:spPr>
            <a:xfrm>
              <a:off x="1564150" y="895400"/>
              <a:ext cx="39075" cy="57925"/>
            </a:xfrm>
            <a:custGeom>
              <a:avLst/>
              <a:gdLst/>
              <a:ahLst/>
              <a:cxnLst/>
              <a:rect l="l" t="t" r="r" b="b"/>
              <a:pathLst>
                <a:path w="1563" h="2317" extrusionOk="0">
                  <a:moveTo>
                    <a:pt x="361" y="1"/>
                  </a:moveTo>
                  <a:cubicBezTo>
                    <a:pt x="329" y="55"/>
                    <a:pt x="339" y="142"/>
                    <a:pt x="339" y="197"/>
                  </a:cubicBezTo>
                  <a:cubicBezTo>
                    <a:pt x="339" y="295"/>
                    <a:pt x="351" y="404"/>
                    <a:pt x="383" y="503"/>
                  </a:cubicBezTo>
                  <a:cubicBezTo>
                    <a:pt x="438" y="688"/>
                    <a:pt x="492" y="841"/>
                    <a:pt x="427" y="1027"/>
                  </a:cubicBezTo>
                  <a:cubicBezTo>
                    <a:pt x="351" y="1224"/>
                    <a:pt x="186" y="1300"/>
                    <a:pt x="1" y="1355"/>
                  </a:cubicBezTo>
                  <a:cubicBezTo>
                    <a:pt x="143" y="1486"/>
                    <a:pt x="285" y="1628"/>
                    <a:pt x="427" y="1748"/>
                  </a:cubicBezTo>
                  <a:cubicBezTo>
                    <a:pt x="613" y="1912"/>
                    <a:pt x="776" y="2108"/>
                    <a:pt x="918" y="2316"/>
                  </a:cubicBezTo>
                  <a:cubicBezTo>
                    <a:pt x="1060" y="2261"/>
                    <a:pt x="1181" y="2174"/>
                    <a:pt x="1279" y="2054"/>
                  </a:cubicBezTo>
                  <a:cubicBezTo>
                    <a:pt x="1377" y="1934"/>
                    <a:pt x="1431" y="1792"/>
                    <a:pt x="1465" y="1639"/>
                  </a:cubicBezTo>
                  <a:cubicBezTo>
                    <a:pt x="1563" y="1224"/>
                    <a:pt x="1508" y="754"/>
                    <a:pt x="1279" y="394"/>
                  </a:cubicBezTo>
                  <a:cubicBezTo>
                    <a:pt x="1071" y="295"/>
                    <a:pt x="809" y="263"/>
                    <a:pt x="601" y="164"/>
                  </a:cubicBezTo>
                  <a:cubicBezTo>
                    <a:pt x="514" y="120"/>
                    <a:pt x="438" y="66"/>
                    <a:pt x="3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65"/>
            <p:cNvSpPr/>
            <p:nvPr/>
          </p:nvSpPr>
          <p:spPr>
            <a:xfrm>
              <a:off x="1598825" y="635525"/>
              <a:ext cx="46175" cy="12525"/>
            </a:xfrm>
            <a:custGeom>
              <a:avLst/>
              <a:gdLst/>
              <a:ahLst/>
              <a:cxnLst/>
              <a:rect l="l" t="t" r="r" b="b"/>
              <a:pathLst>
                <a:path w="1847" h="501" extrusionOk="0">
                  <a:moveTo>
                    <a:pt x="1705" y="0"/>
                  </a:moveTo>
                  <a:cubicBezTo>
                    <a:pt x="1676" y="0"/>
                    <a:pt x="1627" y="9"/>
                    <a:pt x="1552" y="29"/>
                  </a:cubicBezTo>
                  <a:cubicBezTo>
                    <a:pt x="1388" y="73"/>
                    <a:pt x="1202" y="117"/>
                    <a:pt x="1027" y="139"/>
                  </a:cubicBezTo>
                  <a:cubicBezTo>
                    <a:pt x="935" y="144"/>
                    <a:pt x="842" y="147"/>
                    <a:pt x="750" y="147"/>
                  </a:cubicBezTo>
                  <a:cubicBezTo>
                    <a:pt x="659" y="147"/>
                    <a:pt x="569" y="144"/>
                    <a:pt x="481" y="139"/>
                  </a:cubicBezTo>
                  <a:cubicBezTo>
                    <a:pt x="422" y="133"/>
                    <a:pt x="359" y="124"/>
                    <a:pt x="300" y="124"/>
                  </a:cubicBezTo>
                  <a:cubicBezTo>
                    <a:pt x="251" y="124"/>
                    <a:pt x="205" y="130"/>
                    <a:pt x="165" y="150"/>
                  </a:cubicBezTo>
                  <a:cubicBezTo>
                    <a:pt x="66" y="194"/>
                    <a:pt x="1" y="313"/>
                    <a:pt x="78" y="379"/>
                  </a:cubicBezTo>
                  <a:cubicBezTo>
                    <a:pt x="110" y="412"/>
                    <a:pt x="154" y="423"/>
                    <a:pt x="187" y="434"/>
                  </a:cubicBezTo>
                  <a:cubicBezTo>
                    <a:pt x="333" y="479"/>
                    <a:pt x="489" y="501"/>
                    <a:pt x="642" y="501"/>
                  </a:cubicBezTo>
                  <a:cubicBezTo>
                    <a:pt x="786" y="501"/>
                    <a:pt x="928" y="482"/>
                    <a:pt x="1061" y="445"/>
                  </a:cubicBezTo>
                  <a:cubicBezTo>
                    <a:pt x="1214" y="401"/>
                    <a:pt x="1355" y="325"/>
                    <a:pt x="1476" y="237"/>
                  </a:cubicBezTo>
                  <a:cubicBezTo>
                    <a:pt x="1530" y="201"/>
                    <a:pt x="1846" y="0"/>
                    <a:pt x="1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65"/>
            <p:cNvSpPr/>
            <p:nvPr/>
          </p:nvSpPr>
          <p:spPr>
            <a:xfrm>
              <a:off x="1560350" y="888375"/>
              <a:ext cx="61175" cy="105625"/>
            </a:xfrm>
            <a:custGeom>
              <a:avLst/>
              <a:gdLst/>
              <a:ahLst/>
              <a:cxnLst/>
              <a:rect l="l" t="t" r="r" b="b"/>
              <a:pathLst>
                <a:path w="2447" h="4225" extrusionOk="0">
                  <a:moveTo>
                    <a:pt x="1762" y="0"/>
                  </a:moveTo>
                  <a:cubicBezTo>
                    <a:pt x="1664" y="0"/>
                    <a:pt x="1567" y="15"/>
                    <a:pt x="1474" y="41"/>
                  </a:cubicBezTo>
                  <a:cubicBezTo>
                    <a:pt x="1256" y="107"/>
                    <a:pt x="1059" y="216"/>
                    <a:pt x="852" y="303"/>
                  </a:cubicBezTo>
                  <a:cubicBezTo>
                    <a:pt x="797" y="325"/>
                    <a:pt x="731" y="369"/>
                    <a:pt x="743" y="423"/>
                  </a:cubicBezTo>
                  <a:cubicBezTo>
                    <a:pt x="753" y="467"/>
                    <a:pt x="797" y="489"/>
                    <a:pt x="830" y="511"/>
                  </a:cubicBezTo>
                  <a:cubicBezTo>
                    <a:pt x="1070" y="631"/>
                    <a:pt x="1092" y="991"/>
                    <a:pt x="1125" y="1243"/>
                  </a:cubicBezTo>
                  <a:cubicBezTo>
                    <a:pt x="1125" y="1352"/>
                    <a:pt x="1161" y="1745"/>
                    <a:pt x="976" y="1745"/>
                  </a:cubicBezTo>
                  <a:cubicBezTo>
                    <a:pt x="959" y="1745"/>
                    <a:pt x="939" y="1741"/>
                    <a:pt x="918" y="1734"/>
                  </a:cubicBezTo>
                  <a:cubicBezTo>
                    <a:pt x="830" y="1690"/>
                    <a:pt x="787" y="1625"/>
                    <a:pt x="710" y="1571"/>
                  </a:cubicBezTo>
                  <a:cubicBezTo>
                    <a:pt x="612" y="1494"/>
                    <a:pt x="481" y="1461"/>
                    <a:pt x="371" y="1450"/>
                  </a:cubicBezTo>
                  <a:cubicBezTo>
                    <a:pt x="328" y="1450"/>
                    <a:pt x="284" y="1450"/>
                    <a:pt x="240" y="1461"/>
                  </a:cubicBezTo>
                  <a:cubicBezTo>
                    <a:pt x="153" y="1494"/>
                    <a:pt x="109" y="1581"/>
                    <a:pt x="76" y="1668"/>
                  </a:cubicBezTo>
                  <a:cubicBezTo>
                    <a:pt x="44" y="1745"/>
                    <a:pt x="11" y="1833"/>
                    <a:pt x="11" y="1909"/>
                  </a:cubicBezTo>
                  <a:cubicBezTo>
                    <a:pt x="0" y="2149"/>
                    <a:pt x="251" y="2171"/>
                    <a:pt x="415" y="2248"/>
                  </a:cubicBezTo>
                  <a:cubicBezTo>
                    <a:pt x="622" y="2346"/>
                    <a:pt x="819" y="2597"/>
                    <a:pt x="906" y="2804"/>
                  </a:cubicBezTo>
                  <a:cubicBezTo>
                    <a:pt x="1005" y="3023"/>
                    <a:pt x="1037" y="3263"/>
                    <a:pt x="1092" y="3503"/>
                  </a:cubicBezTo>
                  <a:cubicBezTo>
                    <a:pt x="1136" y="3700"/>
                    <a:pt x="1147" y="4137"/>
                    <a:pt x="1343" y="4202"/>
                  </a:cubicBezTo>
                  <a:cubicBezTo>
                    <a:pt x="1381" y="4217"/>
                    <a:pt x="1422" y="4224"/>
                    <a:pt x="1463" y="4224"/>
                  </a:cubicBezTo>
                  <a:cubicBezTo>
                    <a:pt x="1575" y="4224"/>
                    <a:pt x="1690" y="4173"/>
                    <a:pt x="1770" y="4093"/>
                  </a:cubicBezTo>
                  <a:cubicBezTo>
                    <a:pt x="1889" y="3984"/>
                    <a:pt x="2020" y="3624"/>
                    <a:pt x="2086" y="3482"/>
                  </a:cubicBezTo>
                  <a:cubicBezTo>
                    <a:pt x="2250" y="3110"/>
                    <a:pt x="2370" y="2695"/>
                    <a:pt x="2316" y="2280"/>
                  </a:cubicBezTo>
                  <a:cubicBezTo>
                    <a:pt x="2304" y="2193"/>
                    <a:pt x="2294" y="2117"/>
                    <a:pt x="2294" y="2029"/>
                  </a:cubicBezTo>
                  <a:cubicBezTo>
                    <a:pt x="2294" y="1931"/>
                    <a:pt x="2326" y="1843"/>
                    <a:pt x="2338" y="1745"/>
                  </a:cubicBezTo>
                  <a:cubicBezTo>
                    <a:pt x="2447" y="1199"/>
                    <a:pt x="2272" y="642"/>
                    <a:pt x="2064" y="117"/>
                  </a:cubicBezTo>
                  <a:cubicBezTo>
                    <a:pt x="2054" y="95"/>
                    <a:pt x="2042" y="74"/>
                    <a:pt x="2020" y="52"/>
                  </a:cubicBezTo>
                  <a:cubicBezTo>
                    <a:pt x="1998" y="30"/>
                    <a:pt x="1977" y="30"/>
                    <a:pt x="1955" y="19"/>
                  </a:cubicBezTo>
                  <a:cubicBezTo>
                    <a:pt x="1890" y="6"/>
                    <a:pt x="1826" y="0"/>
                    <a:pt x="1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65"/>
            <p:cNvSpPr/>
            <p:nvPr/>
          </p:nvSpPr>
          <p:spPr>
            <a:xfrm>
              <a:off x="1598275" y="888475"/>
              <a:ext cx="23250" cy="104175"/>
            </a:xfrm>
            <a:custGeom>
              <a:avLst/>
              <a:gdLst/>
              <a:ahLst/>
              <a:cxnLst/>
              <a:rect l="l" t="t" r="r" b="b"/>
              <a:pathLst>
                <a:path w="930" h="4167" extrusionOk="0">
                  <a:moveTo>
                    <a:pt x="241" y="0"/>
                  </a:moveTo>
                  <a:cubicBezTo>
                    <a:pt x="160" y="0"/>
                    <a:pt x="79" y="8"/>
                    <a:pt x="1" y="26"/>
                  </a:cubicBezTo>
                  <a:cubicBezTo>
                    <a:pt x="34" y="103"/>
                    <a:pt x="88" y="157"/>
                    <a:pt x="143" y="223"/>
                  </a:cubicBezTo>
                  <a:cubicBezTo>
                    <a:pt x="285" y="431"/>
                    <a:pt x="350" y="671"/>
                    <a:pt x="372" y="922"/>
                  </a:cubicBezTo>
                  <a:cubicBezTo>
                    <a:pt x="405" y="1162"/>
                    <a:pt x="394" y="1414"/>
                    <a:pt x="384" y="1664"/>
                  </a:cubicBezTo>
                  <a:cubicBezTo>
                    <a:pt x="384" y="2069"/>
                    <a:pt x="416" y="2473"/>
                    <a:pt x="405" y="2877"/>
                  </a:cubicBezTo>
                  <a:cubicBezTo>
                    <a:pt x="405" y="3074"/>
                    <a:pt x="318" y="3499"/>
                    <a:pt x="285" y="3696"/>
                  </a:cubicBezTo>
                  <a:cubicBezTo>
                    <a:pt x="253" y="3849"/>
                    <a:pt x="176" y="4002"/>
                    <a:pt x="143" y="4166"/>
                  </a:cubicBezTo>
                  <a:cubicBezTo>
                    <a:pt x="187" y="4144"/>
                    <a:pt x="219" y="4122"/>
                    <a:pt x="253" y="4089"/>
                  </a:cubicBezTo>
                  <a:cubicBezTo>
                    <a:pt x="372" y="3980"/>
                    <a:pt x="503" y="3620"/>
                    <a:pt x="569" y="3478"/>
                  </a:cubicBezTo>
                  <a:cubicBezTo>
                    <a:pt x="733" y="3106"/>
                    <a:pt x="853" y="2691"/>
                    <a:pt x="799" y="2276"/>
                  </a:cubicBezTo>
                  <a:cubicBezTo>
                    <a:pt x="787" y="2189"/>
                    <a:pt x="777" y="2113"/>
                    <a:pt x="777" y="2025"/>
                  </a:cubicBezTo>
                  <a:cubicBezTo>
                    <a:pt x="777" y="1927"/>
                    <a:pt x="809" y="1839"/>
                    <a:pt x="821" y="1741"/>
                  </a:cubicBezTo>
                  <a:cubicBezTo>
                    <a:pt x="930" y="1195"/>
                    <a:pt x="755" y="638"/>
                    <a:pt x="547" y="113"/>
                  </a:cubicBezTo>
                  <a:cubicBezTo>
                    <a:pt x="537" y="91"/>
                    <a:pt x="525" y="70"/>
                    <a:pt x="503" y="48"/>
                  </a:cubicBezTo>
                  <a:cubicBezTo>
                    <a:pt x="481" y="26"/>
                    <a:pt x="460" y="26"/>
                    <a:pt x="438" y="15"/>
                  </a:cubicBezTo>
                  <a:cubicBezTo>
                    <a:pt x="374" y="6"/>
                    <a:pt x="308" y="0"/>
                    <a:pt x="2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65"/>
            <p:cNvSpPr/>
            <p:nvPr/>
          </p:nvSpPr>
          <p:spPr>
            <a:xfrm>
              <a:off x="1615750" y="1103475"/>
              <a:ext cx="45650" cy="63650"/>
            </a:xfrm>
            <a:custGeom>
              <a:avLst/>
              <a:gdLst/>
              <a:ahLst/>
              <a:cxnLst/>
              <a:rect l="l" t="t" r="r" b="b"/>
              <a:pathLst>
                <a:path w="1826" h="2546" extrusionOk="0">
                  <a:moveTo>
                    <a:pt x="209" y="1"/>
                  </a:moveTo>
                  <a:cubicBezTo>
                    <a:pt x="165" y="176"/>
                    <a:pt x="132" y="350"/>
                    <a:pt x="100" y="536"/>
                  </a:cubicBezTo>
                  <a:cubicBezTo>
                    <a:pt x="45" y="809"/>
                    <a:pt x="1" y="1137"/>
                    <a:pt x="198" y="1333"/>
                  </a:cubicBezTo>
                  <a:cubicBezTo>
                    <a:pt x="296" y="1421"/>
                    <a:pt x="416" y="1464"/>
                    <a:pt x="503" y="1562"/>
                  </a:cubicBezTo>
                  <a:cubicBezTo>
                    <a:pt x="668" y="1759"/>
                    <a:pt x="602" y="2065"/>
                    <a:pt x="722" y="2283"/>
                  </a:cubicBezTo>
                  <a:cubicBezTo>
                    <a:pt x="831" y="2458"/>
                    <a:pt x="1061" y="2545"/>
                    <a:pt x="1279" y="2545"/>
                  </a:cubicBezTo>
                  <a:cubicBezTo>
                    <a:pt x="1389" y="2545"/>
                    <a:pt x="1498" y="2524"/>
                    <a:pt x="1596" y="2469"/>
                  </a:cubicBezTo>
                  <a:cubicBezTo>
                    <a:pt x="1814" y="2327"/>
                    <a:pt x="1826" y="1999"/>
                    <a:pt x="1727" y="1759"/>
                  </a:cubicBezTo>
                  <a:cubicBezTo>
                    <a:pt x="1629" y="1519"/>
                    <a:pt x="1443" y="1322"/>
                    <a:pt x="1334" y="1093"/>
                  </a:cubicBezTo>
                  <a:cubicBezTo>
                    <a:pt x="1202" y="809"/>
                    <a:pt x="1170" y="525"/>
                    <a:pt x="1202" y="230"/>
                  </a:cubicBezTo>
                  <a:cubicBezTo>
                    <a:pt x="1159" y="230"/>
                    <a:pt x="1126" y="241"/>
                    <a:pt x="1093" y="252"/>
                  </a:cubicBezTo>
                  <a:cubicBezTo>
                    <a:pt x="1031" y="263"/>
                    <a:pt x="969" y="268"/>
                    <a:pt x="907" y="268"/>
                  </a:cubicBezTo>
                  <a:cubicBezTo>
                    <a:pt x="783" y="268"/>
                    <a:pt x="660" y="248"/>
                    <a:pt x="537" y="219"/>
                  </a:cubicBezTo>
                  <a:cubicBezTo>
                    <a:pt x="482" y="208"/>
                    <a:pt x="416" y="186"/>
                    <a:pt x="362" y="154"/>
                  </a:cubicBezTo>
                  <a:cubicBezTo>
                    <a:pt x="296" y="121"/>
                    <a:pt x="253" y="55"/>
                    <a:pt x="2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65"/>
            <p:cNvSpPr/>
            <p:nvPr/>
          </p:nvSpPr>
          <p:spPr>
            <a:xfrm>
              <a:off x="1599650" y="1096900"/>
              <a:ext cx="75125" cy="70175"/>
            </a:xfrm>
            <a:custGeom>
              <a:avLst/>
              <a:gdLst/>
              <a:ahLst/>
              <a:cxnLst/>
              <a:rect l="l" t="t" r="r" b="b"/>
              <a:pathLst>
                <a:path w="3005" h="2807" extrusionOk="0">
                  <a:moveTo>
                    <a:pt x="1840" y="0"/>
                  </a:moveTo>
                  <a:cubicBezTo>
                    <a:pt x="1832" y="0"/>
                    <a:pt x="1823" y="1"/>
                    <a:pt x="1814" y="2"/>
                  </a:cubicBezTo>
                  <a:cubicBezTo>
                    <a:pt x="1388" y="56"/>
                    <a:pt x="1213" y="155"/>
                    <a:pt x="1115" y="570"/>
                  </a:cubicBezTo>
                  <a:cubicBezTo>
                    <a:pt x="1072" y="749"/>
                    <a:pt x="1029" y="809"/>
                    <a:pt x="990" y="809"/>
                  </a:cubicBezTo>
                  <a:cubicBezTo>
                    <a:pt x="912" y="809"/>
                    <a:pt x="853" y="558"/>
                    <a:pt x="853" y="558"/>
                  </a:cubicBezTo>
                  <a:cubicBezTo>
                    <a:pt x="853" y="558"/>
                    <a:pt x="823" y="469"/>
                    <a:pt x="782" y="469"/>
                  </a:cubicBezTo>
                  <a:cubicBezTo>
                    <a:pt x="773" y="469"/>
                    <a:pt x="764" y="473"/>
                    <a:pt x="754" y="482"/>
                  </a:cubicBezTo>
                  <a:cubicBezTo>
                    <a:pt x="689" y="526"/>
                    <a:pt x="438" y="1225"/>
                    <a:pt x="383" y="1662"/>
                  </a:cubicBezTo>
                  <a:cubicBezTo>
                    <a:pt x="317" y="2109"/>
                    <a:pt x="1" y="2328"/>
                    <a:pt x="460" y="2612"/>
                  </a:cubicBezTo>
                  <a:cubicBezTo>
                    <a:pt x="680" y="2743"/>
                    <a:pt x="1190" y="2806"/>
                    <a:pt x="1681" y="2806"/>
                  </a:cubicBezTo>
                  <a:cubicBezTo>
                    <a:pt x="2212" y="2806"/>
                    <a:pt x="2722" y="2732"/>
                    <a:pt x="2819" y="2590"/>
                  </a:cubicBezTo>
                  <a:cubicBezTo>
                    <a:pt x="3004" y="2317"/>
                    <a:pt x="2753" y="1946"/>
                    <a:pt x="2579" y="1825"/>
                  </a:cubicBezTo>
                  <a:cubicBezTo>
                    <a:pt x="2130" y="1519"/>
                    <a:pt x="2142" y="1400"/>
                    <a:pt x="2109" y="963"/>
                  </a:cubicBezTo>
                  <a:cubicBezTo>
                    <a:pt x="2066" y="548"/>
                    <a:pt x="2127" y="0"/>
                    <a:pt x="1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65"/>
            <p:cNvSpPr/>
            <p:nvPr/>
          </p:nvSpPr>
          <p:spPr>
            <a:xfrm>
              <a:off x="1603475" y="1147725"/>
              <a:ext cx="68575" cy="19350"/>
            </a:xfrm>
            <a:custGeom>
              <a:avLst/>
              <a:gdLst/>
              <a:ahLst/>
              <a:cxnLst/>
              <a:rect l="l" t="t" r="r" b="b"/>
              <a:pathLst>
                <a:path w="2743" h="774" extrusionOk="0">
                  <a:moveTo>
                    <a:pt x="121" y="0"/>
                  </a:moveTo>
                  <a:lnTo>
                    <a:pt x="121" y="0"/>
                  </a:lnTo>
                  <a:cubicBezTo>
                    <a:pt x="45" y="229"/>
                    <a:pt x="1" y="394"/>
                    <a:pt x="307" y="579"/>
                  </a:cubicBezTo>
                  <a:cubicBezTo>
                    <a:pt x="527" y="710"/>
                    <a:pt x="1037" y="773"/>
                    <a:pt x="1528" y="773"/>
                  </a:cubicBezTo>
                  <a:cubicBezTo>
                    <a:pt x="2059" y="773"/>
                    <a:pt x="2569" y="699"/>
                    <a:pt x="2666" y="557"/>
                  </a:cubicBezTo>
                  <a:cubicBezTo>
                    <a:pt x="2732" y="459"/>
                    <a:pt x="2742" y="350"/>
                    <a:pt x="2720" y="241"/>
                  </a:cubicBezTo>
                  <a:lnTo>
                    <a:pt x="2720" y="241"/>
                  </a:lnTo>
                  <a:cubicBezTo>
                    <a:pt x="2600" y="294"/>
                    <a:pt x="2216" y="447"/>
                    <a:pt x="1681" y="447"/>
                  </a:cubicBezTo>
                  <a:cubicBezTo>
                    <a:pt x="1242" y="447"/>
                    <a:pt x="701" y="345"/>
                    <a:pt x="1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65"/>
            <p:cNvSpPr/>
            <p:nvPr/>
          </p:nvSpPr>
          <p:spPr>
            <a:xfrm>
              <a:off x="1610575" y="1126425"/>
              <a:ext cx="8775" cy="13675"/>
            </a:xfrm>
            <a:custGeom>
              <a:avLst/>
              <a:gdLst/>
              <a:ahLst/>
              <a:cxnLst/>
              <a:rect l="l" t="t" r="r" b="b"/>
              <a:pathLst>
                <a:path w="351" h="547" extrusionOk="0">
                  <a:moveTo>
                    <a:pt x="132" y="0"/>
                  </a:moveTo>
                  <a:cubicBezTo>
                    <a:pt x="77" y="54"/>
                    <a:pt x="77" y="241"/>
                    <a:pt x="45" y="328"/>
                  </a:cubicBezTo>
                  <a:cubicBezTo>
                    <a:pt x="33" y="372"/>
                    <a:pt x="1" y="426"/>
                    <a:pt x="11" y="481"/>
                  </a:cubicBezTo>
                  <a:cubicBezTo>
                    <a:pt x="11" y="503"/>
                    <a:pt x="11" y="525"/>
                    <a:pt x="33" y="535"/>
                  </a:cubicBezTo>
                  <a:cubicBezTo>
                    <a:pt x="45" y="546"/>
                    <a:pt x="55" y="546"/>
                    <a:pt x="66" y="546"/>
                  </a:cubicBezTo>
                  <a:cubicBezTo>
                    <a:pt x="121" y="546"/>
                    <a:pt x="164" y="546"/>
                    <a:pt x="219" y="535"/>
                  </a:cubicBezTo>
                  <a:cubicBezTo>
                    <a:pt x="263" y="525"/>
                    <a:pt x="307" y="513"/>
                    <a:pt x="329" y="470"/>
                  </a:cubicBezTo>
                  <a:cubicBezTo>
                    <a:pt x="350" y="426"/>
                    <a:pt x="329" y="382"/>
                    <a:pt x="307" y="338"/>
                  </a:cubicBezTo>
                  <a:cubicBezTo>
                    <a:pt x="252" y="229"/>
                    <a:pt x="197" y="110"/>
                    <a:pt x="1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65"/>
            <p:cNvSpPr/>
            <p:nvPr/>
          </p:nvSpPr>
          <p:spPr>
            <a:xfrm>
              <a:off x="1638425" y="398150"/>
              <a:ext cx="28700" cy="28950"/>
            </a:xfrm>
            <a:custGeom>
              <a:avLst/>
              <a:gdLst/>
              <a:ahLst/>
              <a:cxnLst/>
              <a:rect l="l" t="t" r="r" b="b"/>
              <a:pathLst>
                <a:path w="1148" h="1158" extrusionOk="0">
                  <a:moveTo>
                    <a:pt x="590" y="0"/>
                  </a:moveTo>
                  <a:cubicBezTo>
                    <a:pt x="539" y="0"/>
                    <a:pt x="487" y="8"/>
                    <a:pt x="438" y="22"/>
                  </a:cubicBezTo>
                  <a:cubicBezTo>
                    <a:pt x="241" y="55"/>
                    <a:pt x="45" y="175"/>
                    <a:pt x="11" y="361"/>
                  </a:cubicBezTo>
                  <a:cubicBezTo>
                    <a:pt x="1" y="426"/>
                    <a:pt x="11" y="492"/>
                    <a:pt x="23" y="557"/>
                  </a:cubicBezTo>
                  <a:cubicBezTo>
                    <a:pt x="67" y="721"/>
                    <a:pt x="154" y="863"/>
                    <a:pt x="274" y="983"/>
                  </a:cubicBezTo>
                  <a:cubicBezTo>
                    <a:pt x="301" y="1010"/>
                    <a:pt x="340" y="1028"/>
                    <a:pt x="372" y="1028"/>
                  </a:cubicBezTo>
                  <a:cubicBezTo>
                    <a:pt x="391" y="1028"/>
                    <a:pt x="408" y="1021"/>
                    <a:pt x="416" y="1005"/>
                  </a:cubicBezTo>
                  <a:lnTo>
                    <a:pt x="787" y="1158"/>
                  </a:lnTo>
                  <a:cubicBezTo>
                    <a:pt x="919" y="1048"/>
                    <a:pt x="1028" y="907"/>
                    <a:pt x="1093" y="754"/>
                  </a:cubicBezTo>
                  <a:cubicBezTo>
                    <a:pt x="1115" y="699"/>
                    <a:pt x="1137" y="645"/>
                    <a:pt x="1137" y="590"/>
                  </a:cubicBezTo>
                  <a:cubicBezTo>
                    <a:pt x="1147" y="480"/>
                    <a:pt x="1082" y="371"/>
                    <a:pt x="1016" y="273"/>
                  </a:cubicBezTo>
                  <a:cubicBezTo>
                    <a:pt x="951" y="186"/>
                    <a:pt x="897" y="99"/>
                    <a:pt x="798" y="55"/>
                  </a:cubicBezTo>
                  <a:cubicBezTo>
                    <a:pt x="734" y="16"/>
                    <a:pt x="662" y="0"/>
                    <a:pt x="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65"/>
            <p:cNvSpPr/>
            <p:nvPr/>
          </p:nvSpPr>
          <p:spPr>
            <a:xfrm>
              <a:off x="1516100" y="409325"/>
              <a:ext cx="4725" cy="3325"/>
            </a:xfrm>
            <a:custGeom>
              <a:avLst/>
              <a:gdLst/>
              <a:ahLst/>
              <a:cxnLst/>
              <a:rect l="l" t="t" r="r" b="b"/>
              <a:pathLst>
                <a:path w="189" h="133" extrusionOk="0">
                  <a:moveTo>
                    <a:pt x="78" y="1"/>
                  </a:moveTo>
                  <a:cubicBezTo>
                    <a:pt x="51" y="1"/>
                    <a:pt x="23" y="11"/>
                    <a:pt x="1" y="33"/>
                  </a:cubicBezTo>
                  <a:lnTo>
                    <a:pt x="11" y="45"/>
                  </a:lnTo>
                  <a:cubicBezTo>
                    <a:pt x="31" y="21"/>
                    <a:pt x="57" y="11"/>
                    <a:pt x="83" y="11"/>
                  </a:cubicBezTo>
                  <a:cubicBezTo>
                    <a:pt x="136" y="11"/>
                    <a:pt x="188" y="52"/>
                    <a:pt x="188" y="109"/>
                  </a:cubicBezTo>
                  <a:lnTo>
                    <a:pt x="188" y="109"/>
                  </a:lnTo>
                  <a:cubicBezTo>
                    <a:pt x="189" y="45"/>
                    <a:pt x="135" y="1"/>
                    <a:pt x="78" y="1"/>
                  </a:cubicBezTo>
                  <a:close/>
                  <a:moveTo>
                    <a:pt x="188" y="109"/>
                  </a:moveTo>
                  <a:cubicBezTo>
                    <a:pt x="188" y="117"/>
                    <a:pt x="187" y="124"/>
                    <a:pt x="186" y="132"/>
                  </a:cubicBezTo>
                  <a:cubicBezTo>
                    <a:pt x="188" y="124"/>
                    <a:pt x="188" y="117"/>
                    <a:pt x="188" y="109"/>
                  </a:cubicBezTo>
                  <a:close/>
                </a:path>
              </a:pathLst>
            </a:custGeom>
            <a:solidFill>
              <a:srgbClr val="D95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9" name="Google Shape;1539;p65"/>
          <p:cNvSpPr/>
          <p:nvPr/>
        </p:nvSpPr>
        <p:spPr>
          <a:xfrm rot="-2700084" flipH="1">
            <a:off x="6566293" y="4143708"/>
            <a:ext cx="417267" cy="377615"/>
          </a:xfrm>
          <a:custGeom>
            <a:avLst/>
            <a:gdLst/>
            <a:ahLst/>
            <a:cxnLst/>
            <a:rect l="l" t="t" r="r" b="b"/>
            <a:pathLst>
              <a:path w="5736" h="5390" extrusionOk="0">
                <a:moveTo>
                  <a:pt x="2327" y="0"/>
                </a:moveTo>
                <a:cubicBezTo>
                  <a:pt x="1872" y="0"/>
                  <a:pt x="1427" y="134"/>
                  <a:pt x="1043" y="452"/>
                </a:cubicBezTo>
                <a:cubicBezTo>
                  <a:pt x="775" y="669"/>
                  <a:pt x="610" y="947"/>
                  <a:pt x="506" y="1267"/>
                </a:cubicBezTo>
                <a:cubicBezTo>
                  <a:pt x="32" y="2134"/>
                  <a:pt x="1" y="3361"/>
                  <a:pt x="424" y="4145"/>
                </a:cubicBezTo>
                <a:cubicBezTo>
                  <a:pt x="881" y="4994"/>
                  <a:pt x="1728" y="5389"/>
                  <a:pt x="2600" y="5389"/>
                </a:cubicBezTo>
                <a:cubicBezTo>
                  <a:pt x="3223" y="5389"/>
                  <a:pt x="3859" y="5188"/>
                  <a:pt x="4374" y="4805"/>
                </a:cubicBezTo>
                <a:cubicBezTo>
                  <a:pt x="5664" y="3836"/>
                  <a:pt x="5736" y="2134"/>
                  <a:pt x="4612" y="1030"/>
                </a:cubicBezTo>
                <a:cubicBezTo>
                  <a:pt x="4019" y="444"/>
                  <a:pt x="3156" y="0"/>
                  <a:pt x="2327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E90BA5A-B1C1-5A75-2A89-853D61749DCF}"/>
              </a:ext>
            </a:extLst>
          </p:cNvPr>
          <p:cNvSpPr txBox="1"/>
          <p:nvPr/>
        </p:nvSpPr>
        <p:spPr>
          <a:xfrm>
            <a:off x="2636546" y="996078"/>
            <a:ext cx="37976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800" b="1" dirty="0"/>
              <a:t>Köszönjük a figyelmet!</a:t>
            </a:r>
          </a:p>
        </p:txBody>
      </p:sp>
      <p:pic>
        <p:nvPicPr>
          <p:cNvPr id="6" name="Kép 5" descr="A képen izom, Mellkas, testépítés, Testépít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16D470E-E475-3A70-D364-D7A8BAAB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808" y="2377035"/>
            <a:ext cx="4934419" cy="27786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S Electives Health Subject for High School - 9th Grade: Lifetime Fitness by Slidesgo">
  <a:themeElements>
    <a:clrScheme name="Simple Light">
      <a:dk1>
        <a:srgbClr val="242424"/>
      </a:dk1>
      <a:lt1>
        <a:srgbClr val="EDEEF0"/>
      </a:lt1>
      <a:dk2>
        <a:srgbClr val="FFFFFF"/>
      </a:dk2>
      <a:lt2>
        <a:srgbClr val="8A8B8B"/>
      </a:lt2>
      <a:accent1>
        <a:srgbClr val="E7B563"/>
      </a:accent1>
      <a:accent2>
        <a:srgbClr val="F1992D"/>
      </a:accent2>
      <a:accent3>
        <a:srgbClr val="424142"/>
      </a:accent3>
      <a:accent4>
        <a:srgbClr val="383939"/>
      </a:accent4>
      <a:accent5>
        <a:srgbClr val="4D4D4D"/>
      </a:accent5>
      <a:accent6>
        <a:srgbClr val="656363"/>
      </a:accent6>
      <a:hlink>
        <a:srgbClr val="2424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696</Words>
  <Application>Microsoft Office PowerPoint</Application>
  <PresentationFormat>Diavetítés a képernyőre (16:9 oldalarány)</PresentationFormat>
  <Paragraphs>102</Paragraphs>
  <Slides>18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5" baseType="lpstr">
      <vt:lpstr>Bebas Neue</vt:lpstr>
      <vt:lpstr>Darker Grotesque Medium</vt:lpstr>
      <vt:lpstr>Anton</vt:lpstr>
      <vt:lpstr>Wingdings</vt:lpstr>
      <vt:lpstr>Arial</vt:lpstr>
      <vt:lpstr>Darker Grotesque</vt:lpstr>
      <vt:lpstr>HS Electives Health Subject for High School - 9th Grade: Lifetime Fitness by Slidesgo</vt:lpstr>
      <vt:lpstr>Személyi Edző Weboldal Bemutató</vt:lpstr>
      <vt:lpstr>Miért készült a rendszer? Milyen valós problémára ad választ?</vt:lpstr>
      <vt:lpstr>Célok</vt:lpstr>
      <vt:lpstr>Funkcionális követelmények</vt:lpstr>
      <vt:lpstr>Felhasználói feltételek </vt:lpstr>
      <vt:lpstr>Felhasználói feltételek/2</vt:lpstr>
      <vt:lpstr>Alapfunkciók</vt:lpstr>
      <vt:lpstr>Alapfunkciók</vt:lpstr>
      <vt:lpstr>Alapfunkciók/2</vt:lpstr>
      <vt:lpstr>Alapfunkciók/3</vt:lpstr>
      <vt:lpstr>Felhasználói Szerepkörök</vt:lpstr>
      <vt:lpstr>Alapfelhasználó</vt:lpstr>
      <vt:lpstr>Prémium felhasználó</vt:lpstr>
      <vt:lpstr>Személyi Edző</vt:lpstr>
      <vt:lpstr>Alkalmazott technológiák</vt:lpstr>
      <vt:lpstr>Kihívások és tanulságok</vt:lpstr>
      <vt:lpstr>Összegzés és továbbfejlesztési lehetőségek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Brekovszki Szabolcs</dc:creator>
  <cp:lastModifiedBy>Brekovszki Szabolcs</cp:lastModifiedBy>
  <cp:revision>21</cp:revision>
  <dcterms:modified xsi:type="dcterms:W3CDTF">2025-12-09T07:16:00Z</dcterms:modified>
</cp:coreProperties>
</file>